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333" r:id="rId3"/>
    <p:sldId id="334" r:id="rId4"/>
    <p:sldId id="337" r:id="rId5"/>
    <p:sldId id="332" r:id="rId6"/>
    <p:sldId id="335" r:id="rId7"/>
    <p:sldId id="336" r:id="rId8"/>
    <p:sldId id="29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A3A3E0-88E6-4CDE-957C-7DE481F9A06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AD620D-FC1E-44B7-B314-1E7141DDA2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Total Images:</a:t>
          </a:r>
          <a:r>
            <a:rPr lang="en-US" b="0" i="0" baseline="0" dirty="0"/>
            <a:t> 4,505</a:t>
          </a:r>
          <a:endParaRPr lang="en-US" dirty="0"/>
        </a:p>
      </dgm:t>
    </dgm:pt>
    <dgm:pt modelId="{5B8BEB73-DB59-45BC-8975-CE256342BB54}" type="parTrans" cxnId="{9DD9C965-6C6A-4D98-8E21-A4B6711B45AC}">
      <dgm:prSet/>
      <dgm:spPr/>
      <dgm:t>
        <a:bodyPr/>
        <a:lstStyle/>
        <a:p>
          <a:endParaRPr lang="en-US"/>
        </a:p>
      </dgm:t>
    </dgm:pt>
    <dgm:pt modelId="{6AE8AE00-C1FC-434D-BE52-83E774A73396}" type="sibTrans" cxnId="{9DD9C965-6C6A-4D98-8E21-A4B6711B45AC}">
      <dgm:prSet/>
      <dgm:spPr/>
      <dgm:t>
        <a:bodyPr/>
        <a:lstStyle/>
        <a:p>
          <a:endParaRPr lang="en-US"/>
        </a:p>
      </dgm:t>
    </dgm:pt>
    <dgm:pt modelId="{8C486232-891D-4241-92C4-4566F9F48E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Total Bounding Boxes:</a:t>
          </a:r>
          <a:r>
            <a:rPr lang="en-US" b="0" i="0" baseline="0" dirty="0"/>
            <a:t> 15,463 – Annotation(Locations Marked)</a:t>
          </a:r>
          <a:endParaRPr lang="en-US" dirty="0"/>
        </a:p>
      </dgm:t>
    </dgm:pt>
    <dgm:pt modelId="{58E99630-BF61-4F81-BA05-F152FFAF29CA}" type="parTrans" cxnId="{7B743353-A416-483B-9EB0-24A5F0704561}">
      <dgm:prSet/>
      <dgm:spPr/>
      <dgm:t>
        <a:bodyPr/>
        <a:lstStyle/>
        <a:p>
          <a:endParaRPr lang="en-US"/>
        </a:p>
      </dgm:t>
    </dgm:pt>
    <dgm:pt modelId="{B9958C85-19F6-471D-85F4-220D59EEC3FF}" type="sibTrans" cxnId="{7B743353-A416-483B-9EB0-24A5F0704561}">
      <dgm:prSet/>
      <dgm:spPr/>
      <dgm:t>
        <a:bodyPr/>
        <a:lstStyle/>
        <a:p>
          <a:endParaRPr lang="en-US"/>
        </a:p>
      </dgm:t>
    </dgm:pt>
    <dgm:pt modelId="{7C0E61BE-FF9B-400D-8C7C-F57057EB2A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Training and Validation Split:</a:t>
          </a:r>
          <a:r>
            <a:rPr lang="en-US" b="0" i="0" baseline="0" dirty="0"/>
            <a:t> 80% Train(3604), 20% Valid(901)</a:t>
          </a:r>
          <a:endParaRPr lang="en-US" dirty="0"/>
        </a:p>
      </dgm:t>
    </dgm:pt>
    <dgm:pt modelId="{2162E8C4-ED6F-4C78-B504-953EF7E9DE17}" type="parTrans" cxnId="{B6602BF8-D07A-41FB-9983-6F95442D586E}">
      <dgm:prSet/>
      <dgm:spPr/>
      <dgm:t>
        <a:bodyPr/>
        <a:lstStyle/>
        <a:p>
          <a:endParaRPr lang="en-US"/>
        </a:p>
      </dgm:t>
    </dgm:pt>
    <dgm:pt modelId="{3DE72B67-7E28-4518-A9D1-90C9F4298860}" type="sibTrans" cxnId="{B6602BF8-D07A-41FB-9983-6F95442D586E}">
      <dgm:prSet/>
      <dgm:spPr/>
      <dgm:t>
        <a:bodyPr/>
        <a:lstStyle/>
        <a:p>
          <a:endParaRPr lang="en-US"/>
        </a:p>
      </dgm:t>
    </dgm:pt>
    <dgm:pt modelId="{5277D662-49B6-4300-8BF8-3B44308820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Folder Structure:</a:t>
          </a:r>
          <a:endParaRPr lang="en-US"/>
        </a:p>
      </dgm:t>
    </dgm:pt>
    <dgm:pt modelId="{472670A3-415C-492A-B651-56B357A050F6}" type="parTrans" cxnId="{B18592B0-D386-47EB-9A75-2B0504A13C66}">
      <dgm:prSet/>
      <dgm:spPr/>
      <dgm:t>
        <a:bodyPr/>
        <a:lstStyle/>
        <a:p>
          <a:endParaRPr lang="en-US"/>
        </a:p>
      </dgm:t>
    </dgm:pt>
    <dgm:pt modelId="{5B2569A7-DCAD-45BB-B66A-ABB518F41BBA}" type="sibTrans" cxnId="{B18592B0-D386-47EB-9A75-2B0504A13C66}">
      <dgm:prSet/>
      <dgm:spPr/>
      <dgm:t>
        <a:bodyPr/>
        <a:lstStyle/>
        <a:p>
          <a:endParaRPr lang="en-US"/>
        </a:p>
      </dgm:t>
    </dgm:pt>
    <dgm:pt modelId="{BD5334A4-0BE5-49EE-95D8-AE5F0BA55C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21 main folders – each representing different fish Environment</a:t>
          </a:r>
          <a:endParaRPr lang="en-US" dirty="0"/>
        </a:p>
      </dgm:t>
    </dgm:pt>
    <dgm:pt modelId="{F65E1A59-4143-466C-91D7-63D50C0A6F9A}" type="parTrans" cxnId="{72A00318-1B08-4257-B95B-666C03FB1030}">
      <dgm:prSet/>
      <dgm:spPr/>
      <dgm:t>
        <a:bodyPr/>
        <a:lstStyle/>
        <a:p>
          <a:endParaRPr lang="en-US"/>
        </a:p>
      </dgm:t>
    </dgm:pt>
    <dgm:pt modelId="{69D78B62-D3CB-4174-BE79-525D1E3980F6}" type="sibTrans" cxnId="{72A00318-1B08-4257-B95B-666C03FB1030}">
      <dgm:prSet/>
      <dgm:spPr/>
      <dgm:t>
        <a:bodyPr/>
        <a:lstStyle/>
        <a:p>
          <a:endParaRPr lang="en-US"/>
        </a:p>
      </dgm:t>
    </dgm:pt>
    <dgm:pt modelId="{B84FBF3F-E245-4D7F-9804-047DE7A58A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Each folder contains </a:t>
          </a:r>
          <a:r>
            <a:rPr lang="en-US"/>
            <a:t>train/ and valid/ subfolders</a:t>
          </a:r>
        </a:p>
      </dgm:t>
    </dgm:pt>
    <dgm:pt modelId="{0DDCAEA3-1214-4619-85B3-82B572127D79}" type="parTrans" cxnId="{1D08F01B-9182-48D4-A580-EA72B4F36514}">
      <dgm:prSet/>
      <dgm:spPr/>
      <dgm:t>
        <a:bodyPr/>
        <a:lstStyle/>
        <a:p>
          <a:endParaRPr lang="en-US"/>
        </a:p>
      </dgm:t>
    </dgm:pt>
    <dgm:pt modelId="{302D835E-D49D-4CF9-AB76-987689756F00}" type="sibTrans" cxnId="{1D08F01B-9182-48D4-A580-EA72B4F36514}">
      <dgm:prSet/>
      <dgm:spPr/>
      <dgm:t>
        <a:bodyPr/>
        <a:lstStyle/>
        <a:p>
          <a:endParaRPr lang="en-US"/>
        </a:p>
      </dgm:t>
    </dgm:pt>
    <dgm:pt modelId="{F57BDE6D-FE28-4FF2-B750-9ACE6AC3B553}" type="pres">
      <dgm:prSet presAssocID="{D1A3A3E0-88E6-4CDE-957C-7DE481F9A06B}" presName="root" presStyleCnt="0">
        <dgm:presLayoutVars>
          <dgm:dir/>
          <dgm:resizeHandles val="exact"/>
        </dgm:presLayoutVars>
      </dgm:prSet>
      <dgm:spPr/>
    </dgm:pt>
    <dgm:pt modelId="{B1182D97-FD1B-4440-8AF2-7A8F2AFE41B2}" type="pres">
      <dgm:prSet presAssocID="{A1AD620D-FC1E-44B7-B314-1E7141DDA27F}" presName="compNode" presStyleCnt="0"/>
      <dgm:spPr/>
    </dgm:pt>
    <dgm:pt modelId="{C5675C6C-54B4-4A90-82A7-67E7EA3C0FF2}" type="pres">
      <dgm:prSet presAssocID="{A1AD620D-FC1E-44B7-B314-1E7141DDA27F}" presName="bgRect" presStyleLbl="bgShp" presStyleIdx="0" presStyleCnt="6"/>
      <dgm:spPr/>
    </dgm:pt>
    <dgm:pt modelId="{2EA1B224-98B3-4B91-A659-17033511E044}" type="pres">
      <dgm:prSet presAssocID="{A1AD620D-FC1E-44B7-B314-1E7141DDA27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CD95722B-83A4-483C-A648-055CE5FEE41E}" type="pres">
      <dgm:prSet presAssocID="{A1AD620D-FC1E-44B7-B314-1E7141DDA27F}" presName="spaceRect" presStyleCnt="0"/>
      <dgm:spPr/>
    </dgm:pt>
    <dgm:pt modelId="{337F730E-106B-45A8-9030-7E2F5569C202}" type="pres">
      <dgm:prSet presAssocID="{A1AD620D-FC1E-44B7-B314-1E7141DDA27F}" presName="parTx" presStyleLbl="revTx" presStyleIdx="0" presStyleCnt="6">
        <dgm:presLayoutVars>
          <dgm:chMax val="0"/>
          <dgm:chPref val="0"/>
        </dgm:presLayoutVars>
      </dgm:prSet>
      <dgm:spPr/>
    </dgm:pt>
    <dgm:pt modelId="{51A7A8C1-3485-4DDA-91A1-74114B36242A}" type="pres">
      <dgm:prSet presAssocID="{6AE8AE00-C1FC-434D-BE52-83E774A73396}" presName="sibTrans" presStyleCnt="0"/>
      <dgm:spPr/>
    </dgm:pt>
    <dgm:pt modelId="{9659F188-BC0D-431B-BCBB-B01A49AAF3D6}" type="pres">
      <dgm:prSet presAssocID="{8C486232-891D-4241-92C4-4566F9F48E42}" presName="compNode" presStyleCnt="0"/>
      <dgm:spPr/>
    </dgm:pt>
    <dgm:pt modelId="{35ABBCC6-6E1C-4DC4-8199-87237AD80EAF}" type="pres">
      <dgm:prSet presAssocID="{8C486232-891D-4241-92C4-4566F9F48E42}" presName="bgRect" presStyleLbl="bgShp" presStyleIdx="1" presStyleCnt="6"/>
      <dgm:spPr/>
    </dgm:pt>
    <dgm:pt modelId="{5015353A-720A-493D-958F-8FCE87AB8E09}" type="pres">
      <dgm:prSet presAssocID="{8C486232-891D-4241-92C4-4566F9F48E4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D2DE0647-9A85-424F-A2B6-A435988D2133}" type="pres">
      <dgm:prSet presAssocID="{8C486232-891D-4241-92C4-4566F9F48E42}" presName="spaceRect" presStyleCnt="0"/>
      <dgm:spPr/>
    </dgm:pt>
    <dgm:pt modelId="{341401FF-31C4-465B-84D5-87AF18D1D8A0}" type="pres">
      <dgm:prSet presAssocID="{8C486232-891D-4241-92C4-4566F9F48E42}" presName="parTx" presStyleLbl="revTx" presStyleIdx="1" presStyleCnt="6">
        <dgm:presLayoutVars>
          <dgm:chMax val="0"/>
          <dgm:chPref val="0"/>
        </dgm:presLayoutVars>
      </dgm:prSet>
      <dgm:spPr/>
    </dgm:pt>
    <dgm:pt modelId="{8BB307EB-BC8B-4B40-A111-779974746995}" type="pres">
      <dgm:prSet presAssocID="{B9958C85-19F6-471D-85F4-220D59EEC3FF}" presName="sibTrans" presStyleCnt="0"/>
      <dgm:spPr/>
    </dgm:pt>
    <dgm:pt modelId="{2AA09802-BFCC-4C13-A3D6-225FB155120C}" type="pres">
      <dgm:prSet presAssocID="{7C0E61BE-FF9B-400D-8C7C-F57057EB2A2B}" presName="compNode" presStyleCnt="0"/>
      <dgm:spPr/>
    </dgm:pt>
    <dgm:pt modelId="{F4495FAA-EEDD-4C9F-A7C2-D7036FFF517E}" type="pres">
      <dgm:prSet presAssocID="{7C0E61BE-FF9B-400D-8C7C-F57057EB2A2B}" presName="bgRect" presStyleLbl="bgShp" presStyleIdx="2" presStyleCnt="6"/>
      <dgm:spPr/>
    </dgm:pt>
    <dgm:pt modelId="{C0F95E15-293B-4D36-8D57-67C11336CC1F}" type="pres">
      <dgm:prSet presAssocID="{7C0E61BE-FF9B-400D-8C7C-F57057EB2A2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9ABFB20-1B24-4AEA-BD0D-14AA90863729}" type="pres">
      <dgm:prSet presAssocID="{7C0E61BE-FF9B-400D-8C7C-F57057EB2A2B}" presName="spaceRect" presStyleCnt="0"/>
      <dgm:spPr/>
    </dgm:pt>
    <dgm:pt modelId="{B2BE0128-57FD-4514-B044-C21412CA5BFF}" type="pres">
      <dgm:prSet presAssocID="{7C0E61BE-FF9B-400D-8C7C-F57057EB2A2B}" presName="parTx" presStyleLbl="revTx" presStyleIdx="2" presStyleCnt="6">
        <dgm:presLayoutVars>
          <dgm:chMax val="0"/>
          <dgm:chPref val="0"/>
        </dgm:presLayoutVars>
      </dgm:prSet>
      <dgm:spPr/>
    </dgm:pt>
    <dgm:pt modelId="{9604CA3F-B32C-4537-A710-8C59ABCC430A}" type="pres">
      <dgm:prSet presAssocID="{3DE72B67-7E28-4518-A9D1-90C9F4298860}" presName="sibTrans" presStyleCnt="0"/>
      <dgm:spPr/>
    </dgm:pt>
    <dgm:pt modelId="{42B19098-E9FF-49DD-AA13-5C074482BADF}" type="pres">
      <dgm:prSet presAssocID="{5277D662-49B6-4300-8BF8-3B44308820B3}" presName="compNode" presStyleCnt="0"/>
      <dgm:spPr/>
    </dgm:pt>
    <dgm:pt modelId="{DDD07C54-EA88-486A-8E1D-9A7B9D261502}" type="pres">
      <dgm:prSet presAssocID="{5277D662-49B6-4300-8BF8-3B44308820B3}" presName="bgRect" presStyleLbl="bgShp" presStyleIdx="3" presStyleCnt="6"/>
      <dgm:spPr/>
    </dgm:pt>
    <dgm:pt modelId="{93BDAAAA-391D-4B7F-BFA6-B127C37937BD}" type="pres">
      <dgm:prSet presAssocID="{5277D662-49B6-4300-8BF8-3B44308820B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D0182F34-4BF2-4D31-BB05-E1A37D28B478}" type="pres">
      <dgm:prSet presAssocID="{5277D662-49B6-4300-8BF8-3B44308820B3}" presName="spaceRect" presStyleCnt="0"/>
      <dgm:spPr/>
    </dgm:pt>
    <dgm:pt modelId="{F215CC4C-109B-4004-A4A6-15D7FC117229}" type="pres">
      <dgm:prSet presAssocID="{5277D662-49B6-4300-8BF8-3B44308820B3}" presName="parTx" presStyleLbl="revTx" presStyleIdx="3" presStyleCnt="6">
        <dgm:presLayoutVars>
          <dgm:chMax val="0"/>
          <dgm:chPref val="0"/>
        </dgm:presLayoutVars>
      </dgm:prSet>
      <dgm:spPr/>
    </dgm:pt>
    <dgm:pt modelId="{0CF8E5B5-C7C6-4F0F-96B7-CBBB04D0E7DB}" type="pres">
      <dgm:prSet presAssocID="{5B2569A7-DCAD-45BB-B66A-ABB518F41BBA}" presName="sibTrans" presStyleCnt="0"/>
      <dgm:spPr/>
    </dgm:pt>
    <dgm:pt modelId="{3FCC40B2-023E-4362-B079-164850B4754A}" type="pres">
      <dgm:prSet presAssocID="{BD5334A4-0BE5-49EE-95D8-AE5F0BA55C37}" presName="compNode" presStyleCnt="0"/>
      <dgm:spPr/>
    </dgm:pt>
    <dgm:pt modelId="{808B6603-42A0-431D-8E28-FBFDF11D97AD}" type="pres">
      <dgm:prSet presAssocID="{BD5334A4-0BE5-49EE-95D8-AE5F0BA55C37}" presName="bgRect" presStyleLbl="bgShp" presStyleIdx="4" presStyleCnt="6"/>
      <dgm:spPr/>
    </dgm:pt>
    <dgm:pt modelId="{09F5B5C2-7027-4BC8-9A33-6302F8DC1ADF}" type="pres">
      <dgm:prSet presAssocID="{BD5334A4-0BE5-49EE-95D8-AE5F0BA55C3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lder"/>
        </a:ext>
      </dgm:extLst>
    </dgm:pt>
    <dgm:pt modelId="{34F6335D-FDD3-4DFE-ADBC-E056A1A779EB}" type="pres">
      <dgm:prSet presAssocID="{BD5334A4-0BE5-49EE-95D8-AE5F0BA55C37}" presName="spaceRect" presStyleCnt="0"/>
      <dgm:spPr/>
    </dgm:pt>
    <dgm:pt modelId="{A653053D-97F9-4D98-BCE6-0D22F0235926}" type="pres">
      <dgm:prSet presAssocID="{BD5334A4-0BE5-49EE-95D8-AE5F0BA55C37}" presName="parTx" presStyleLbl="revTx" presStyleIdx="4" presStyleCnt="6">
        <dgm:presLayoutVars>
          <dgm:chMax val="0"/>
          <dgm:chPref val="0"/>
        </dgm:presLayoutVars>
      </dgm:prSet>
      <dgm:spPr/>
    </dgm:pt>
    <dgm:pt modelId="{1BF1F2F6-733B-41B2-8B80-4FAFADBD4C07}" type="pres">
      <dgm:prSet presAssocID="{69D78B62-D3CB-4174-BE79-525D1E3980F6}" presName="sibTrans" presStyleCnt="0"/>
      <dgm:spPr/>
    </dgm:pt>
    <dgm:pt modelId="{7F0D2DA5-579A-46F9-B269-20B7AC0C797E}" type="pres">
      <dgm:prSet presAssocID="{B84FBF3F-E245-4D7F-9804-047DE7A58A8E}" presName="compNode" presStyleCnt="0"/>
      <dgm:spPr/>
    </dgm:pt>
    <dgm:pt modelId="{52556F44-A015-4F27-A603-268389A4A744}" type="pres">
      <dgm:prSet presAssocID="{B84FBF3F-E245-4D7F-9804-047DE7A58A8E}" presName="bgRect" presStyleLbl="bgShp" presStyleIdx="5" presStyleCnt="6"/>
      <dgm:spPr/>
    </dgm:pt>
    <dgm:pt modelId="{C3ECA69F-FE22-40B5-BAC8-39EC3CC52B95}" type="pres">
      <dgm:prSet presAssocID="{B84FBF3F-E245-4D7F-9804-047DE7A58A8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4DF10410-50E8-4367-9FFB-288AC52AA64A}" type="pres">
      <dgm:prSet presAssocID="{B84FBF3F-E245-4D7F-9804-047DE7A58A8E}" presName="spaceRect" presStyleCnt="0"/>
      <dgm:spPr/>
    </dgm:pt>
    <dgm:pt modelId="{D9CE63D4-D957-4388-87F3-121787ADA7D1}" type="pres">
      <dgm:prSet presAssocID="{B84FBF3F-E245-4D7F-9804-047DE7A58A8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2A00318-1B08-4257-B95B-666C03FB1030}" srcId="{D1A3A3E0-88E6-4CDE-957C-7DE481F9A06B}" destId="{BD5334A4-0BE5-49EE-95D8-AE5F0BA55C37}" srcOrd="4" destOrd="0" parTransId="{F65E1A59-4143-466C-91D7-63D50C0A6F9A}" sibTransId="{69D78B62-D3CB-4174-BE79-525D1E3980F6}"/>
    <dgm:cxn modelId="{1D08F01B-9182-48D4-A580-EA72B4F36514}" srcId="{D1A3A3E0-88E6-4CDE-957C-7DE481F9A06B}" destId="{B84FBF3F-E245-4D7F-9804-047DE7A58A8E}" srcOrd="5" destOrd="0" parTransId="{0DDCAEA3-1214-4619-85B3-82B572127D79}" sibTransId="{302D835E-D49D-4CF9-AB76-987689756F00}"/>
    <dgm:cxn modelId="{A6754243-D4CD-4A11-9ECF-B3443DFD2C75}" type="presOf" srcId="{A1AD620D-FC1E-44B7-B314-1E7141DDA27F}" destId="{337F730E-106B-45A8-9030-7E2F5569C202}" srcOrd="0" destOrd="0" presId="urn:microsoft.com/office/officeart/2018/2/layout/IconVerticalSolidList"/>
    <dgm:cxn modelId="{9DD9C965-6C6A-4D98-8E21-A4B6711B45AC}" srcId="{D1A3A3E0-88E6-4CDE-957C-7DE481F9A06B}" destId="{A1AD620D-FC1E-44B7-B314-1E7141DDA27F}" srcOrd="0" destOrd="0" parTransId="{5B8BEB73-DB59-45BC-8975-CE256342BB54}" sibTransId="{6AE8AE00-C1FC-434D-BE52-83E774A73396}"/>
    <dgm:cxn modelId="{2E27FF6C-F7C8-42DB-9503-1B69292A8E0A}" type="presOf" srcId="{BD5334A4-0BE5-49EE-95D8-AE5F0BA55C37}" destId="{A653053D-97F9-4D98-BCE6-0D22F0235926}" srcOrd="0" destOrd="0" presId="urn:microsoft.com/office/officeart/2018/2/layout/IconVerticalSolidList"/>
    <dgm:cxn modelId="{7B743353-A416-483B-9EB0-24A5F0704561}" srcId="{D1A3A3E0-88E6-4CDE-957C-7DE481F9A06B}" destId="{8C486232-891D-4241-92C4-4566F9F48E42}" srcOrd="1" destOrd="0" parTransId="{58E99630-BF61-4F81-BA05-F152FFAF29CA}" sibTransId="{B9958C85-19F6-471D-85F4-220D59EEC3FF}"/>
    <dgm:cxn modelId="{BABE4C79-3E39-4976-B28A-3038519DB670}" type="presOf" srcId="{8C486232-891D-4241-92C4-4566F9F48E42}" destId="{341401FF-31C4-465B-84D5-87AF18D1D8A0}" srcOrd="0" destOrd="0" presId="urn:microsoft.com/office/officeart/2018/2/layout/IconVerticalSolidList"/>
    <dgm:cxn modelId="{B18592B0-D386-47EB-9A75-2B0504A13C66}" srcId="{D1A3A3E0-88E6-4CDE-957C-7DE481F9A06B}" destId="{5277D662-49B6-4300-8BF8-3B44308820B3}" srcOrd="3" destOrd="0" parTransId="{472670A3-415C-492A-B651-56B357A050F6}" sibTransId="{5B2569A7-DCAD-45BB-B66A-ABB518F41BBA}"/>
    <dgm:cxn modelId="{CC23FBB3-C94D-44EA-9F26-6992B038E837}" type="presOf" srcId="{D1A3A3E0-88E6-4CDE-957C-7DE481F9A06B}" destId="{F57BDE6D-FE28-4FF2-B750-9ACE6AC3B553}" srcOrd="0" destOrd="0" presId="urn:microsoft.com/office/officeart/2018/2/layout/IconVerticalSolidList"/>
    <dgm:cxn modelId="{EDB9D1B6-F624-4F8B-84E6-71883A6825DF}" type="presOf" srcId="{5277D662-49B6-4300-8BF8-3B44308820B3}" destId="{F215CC4C-109B-4004-A4A6-15D7FC117229}" srcOrd="0" destOrd="0" presId="urn:microsoft.com/office/officeart/2018/2/layout/IconVerticalSolidList"/>
    <dgm:cxn modelId="{26C520CF-2F7B-45C9-91E9-C16B6768D6E3}" type="presOf" srcId="{B84FBF3F-E245-4D7F-9804-047DE7A58A8E}" destId="{D9CE63D4-D957-4388-87F3-121787ADA7D1}" srcOrd="0" destOrd="0" presId="urn:microsoft.com/office/officeart/2018/2/layout/IconVerticalSolidList"/>
    <dgm:cxn modelId="{5C9485EF-BFEA-45A4-9A58-4F1616A74926}" type="presOf" srcId="{7C0E61BE-FF9B-400D-8C7C-F57057EB2A2B}" destId="{B2BE0128-57FD-4514-B044-C21412CA5BFF}" srcOrd="0" destOrd="0" presId="urn:microsoft.com/office/officeart/2018/2/layout/IconVerticalSolidList"/>
    <dgm:cxn modelId="{B6602BF8-D07A-41FB-9983-6F95442D586E}" srcId="{D1A3A3E0-88E6-4CDE-957C-7DE481F9A06B}" destId="{7C0E61BE-FF9B-400D-8C7C-F57057EB2A2B}" srcOrd="2" destOrd="0" parTransId="{2162E8C4-ED6F-4C78-B504-953EF7E9DE17}" sibTransId="{3DE72B67-7E28-4518-A9D1-90C9F4298860}"/>
    <dgm:cxn modelId="{DEE11875-DE62-4369-BC3D-8E7B1E75096A}" type="presParOf" srcId="{F57BDE6D-FE28-4FF2-B750-9ACE6AC3B553}" destId="{B1182D97-FD1B-4440-8AF2-7A8F2AFE41B2}" srcOrd="0" destOrd="0" presId="urn:microsoft.com/office/officeart/2018/2/layout/IconVerticalSolidList"/>
    <dgm:cxn modelId="{829D6728-4536-47F7-BF54-863A77BB0164}" type="presParOf" srcId="{B1182D97-FD1B-4440-8AF2-7A8F2AFE41B2}" destId="{C5675C6C-54B4-4A90-82A7-67E7EA3C0FF2}" srcOrd="0" destOrd="0" presId="urn:microsoft.com/office/officeart/2018/2/layout/IconVerticalSolidList"/>
    <dgm:cxn modelId="{063D1510-206E-4AD8-AEBB-62B1B7B3887D}" type="presParOf" srcId="{B1182D97-FD1B-4440-8AF2-7A8F2AFE41B2}" destId="{2EA1B224-98B3-4B91-A659-17033511E044}" srcOrd="1" destOrd="0" presId="urn:microsoft.com/office/officeart/2018/2/layout/IconVerticalSolidList"/>
    <dgm:cxn modelId="{E167C006-5923-4886-BF38-C20D2D96460E}" type="presParOf" srcId="{B1182D97-FD1B-4440-8AF2-7A8F2AFE41B2}" destId="{CD95722B-83A4-483C-A648-055CE5FEE41E}" srcOrd="2" destOrd="0" presId="urn:microsoft.com/office/officeart/2018/2/layout/IconVerticalSolidList"/>
    <dgm:cxn modelId="{7A3D2EB6-E4E6-4632-9DA0-D95E411D90A6}" type="presParOf" srcId="{B1182D97-FD1B-4440-8AF2-7A8F2AFE41B2}" destId="{337F730E-106B-45A8-9030-7E2F5569C202}" srcOrd="3" destOrd="0" presId="urn:microsoft.com/office/officeart/2018/2/layout/IconVerticalSolidList"/>
    <dgm:cxn modelId="{2F46E46E-98C9-489E-86FC-3BD814DA62B6}" type="presParOf" srcId="{F57BDE6D-FE28-4FF2-B750-9ACE6AC3B553}" destId="{51A7A8C1-3485-4DDA-91A1-74114B36242A}" srcOrd="1" destOrd="0" presId="urn:microsoft.com/office/officeart/2018/2/layout/IconVerticalSolidList"/>
    <dgm:cxn modelId="{C63D87E9-C42F-4F5A-BDF0-57A81C8C0B7A}" type="presParOf" srcId="{F57BDE6D-FE28-4FF2-B750-9ACE6AC3B553}" destId="{9659F188-BC0D-431B-BCBB-B01A49AAF3D6}" srcOrd="2" destOrd="0" presId="urn:microsoft.com/office/officeart/2018/2/layout/IconVerticalSolidList"/>
    <dgm:cxn modelId="{18B97E65-71C9-4ABB-A22E-C6D482002788}" type="presParOf" srcId="{9659F188-BC0D-431B-BCBB-B01A49AAF3D6}" destId="{35ABBCC6-6E1C-4DC4-8199-87237AD80EAF}" srcOrd="0" destOrd="0" presId="urn:microsoft.com/office/officeart/2018/2/layout/IconVerticalSolidList"/>
    <dgm:cxn modelId="{F2E43C6B-966F-45D6-A928-BC6F5AE21D23}" type="presParOf" srcId="{9659F188-BC0D-431B-BCBB-B01A49AAF3D6}" destId="{5015353A-720A-493D-958F-8FCE87AB8E09}" srcOrd="1" destOrd="0" presId="urn:microsoft.com/office/officeart/2018/2/layout/IconVerticalSolidList"/>
    <dgm:cxn modelId="{1B96F478-BE8D-4EBF-916C-29476E46CD0F}" type="presParOf" srcId="{9659F188-BC0D-431B-BCBB-B01A49AAF3D6}" destId="{D2DE0647-9A85-424F-A2B6-A435988D2133}" srcOrd="2" destOrd="0" presId="urn:microsoft.com/office/officeart/2018/2/layout/IconVerticalSolidList"/>
    <dgm:cxn modelId="{A205A0F3-1A87-45CC-8384-312AA4411916}" type="presParOf" srcId="{9659F188-BC0D-431B-BCBB-B01A49AAF3D6}" destId="{341401FF-31C4-465B-84D5-87AF18D1D8A0}" srcOrd="3" destOrd="0" presId="urn:microsoft.com/office/officeart/2018/2/layout/IconVerticalSolidList"/>
    <dgm:cxn modelId="{3DC06309-D7E8-4A59-AF34-820E2E492B9B}" type="presParOf" srcId="{F57BDE6D-FE28-4FF2-B750-9ACE6AC3B553}" destId="{8BB307EB-BC8B-4B40-A111-779974746995}" srcOrd="3" destOrd="0" presId="urn:microsoft.com/office/officeart/2018/2/layout/IconVerticalSolidList"/>
    <dgm:cxn modelId="{C33C4BCF-FC78-4D98-8AB1-9E0120700DA2}" type="presParOf" srcId="{F57BDE6D-FE28-4FF2-B750-9ACE6AC3B553}" destId="{2AA09802-BFCC-4C13-A3D6-225FB155120C}" srcOrd="4" destOrd="0" presId="urn:microsoft.com/office/officeart/2018/2/layout/IconVerticalSolidList"/>
    <dgm:cxn modelId="{4ACE139B-5450-4EFE-8C77-E995B4B6EB68}" type="presParOf" srcId="{2AA09802-BFCC-4C13-A3D6-225FB155120C}" destId="{F4495FAA-EEDD-4C9F-A7C2-D7036FFF517E}" srcOrd="0" destOrd="0" presId="urn:microsoft.com/office/officeart/2018/2/layout/IconVerticalSolidList"/>
    <dgm:cxn modelId="{3C2E6B40-A123-4CE9-B123-20CE79626861}" type="presParOf" srcId="{2AA09802-BFCC-4C13-A3D6-225FB155120C}" destId="{C0F95E15-293B-4D36-8D57-67C11336CC1F}" srcOrd="1" destOrd="0" presId="urn:microsoft.com/office/officeart/2018/2/layout/IconVerticalSolidList"/>
    <dgm:cxn modelId="{737C2610-E406-4AB6-AB0F-0D1460C644A8}" type="presParOf" srcId="{2AA09802-BFCC-4C13-A3D6-225FB155120C}" destId="{E9ABFB20-1B24-4AEA-BD0D-14AA90863729}" srcOrd="2" destOrd="0" presId="urn:microsoft.com/office/officeart/2018/2/layout/IconVerticalSolidList"/>
    <dgm:cxn modelId="{CF03FBCB-55BC-4451-8FC2-BC58C199F6BC}" type="presParOf" srcId="{2AA09802-BFCC-4C13-A3D6-225FB155120C}" destId="{B2BE0128-57FD-4514-B044-C21412CA5BFF}" srcOrd="3" destOrd="0" presId="urn:microsoft.com/office/officeart/2018/2/layout/IconVerticalSolidList"/>
    <dgm:cxn modelId="{49009ADB-973D-4364-808E-F8C36D25D343}" type="presParOf" srcId="{F57BDE6D-FE28-4FF2-B750-9ACE6AC3B553}" destId="{9604CA3F-B32C-4537-A710-8C59ABCC430A}" srcOrd="5" destOrd="0" presId="urn:microsoft.com/office/officeart/2018/2/layout/IconVerticalSolidList"/>
    <dgm:cxn modelId="{89D9215F-1917-4F28-9687-89947D5E0645}" type="presParOf" srcId="{F57BDE6D-FE28-4FF2-B750-9ACE6AC3B553}" destId="{42B19098-E9FF-49DD-AA13-5C074482BADF}" srcOrd="6" destOrd="0" presId="urn:microsoft.com/office/officeart/2018/2/layout/IconVerticalSolidList"/>
    <dgm:cxn modelId="{0B8BB2D9-D720-4D66-BFCD-87EA0A443C4B}" type="presParOf" srcId="{42B19098-E9FF-49DD-AA13-5C074482BADF}" destId="{DDD07C54-EA88-486A-8E1D-9A7B9D261502}" srcOrd="0" destOrd="0" presId="urn:microsoft.com/office/officeart/2018/2/layout/IconVerticalSolidList"/>
    <dgm:cxn modelId="{E916FC69-569C-4194-8653-6C9B7291198F}" type="presParOf" srcId="{42B19098-E9FF-49DD-AA13-5C074482BADF}" destId="{93BDAAAA-391D-4B7F-BFA6-B127C37937BD}" srcOrd="1" destOrd="0" presId="urn:microsoft.com/office/officeart/2018/2/layout/IconVerticalSolidList"/>
    <dgm:cxn modelId="{B9DBD4D8-5BAB-4DC4-ABC1-A9BBF15350F0}" type="presParOf" srcId="{42B19098-E9FF-49DD-AA13-5C074482BADF}" destId="{D0182F34-4BF2-4D31-BB05-E1A37D28B478}" srcOrd="2" destOrd="0" presId="urn:microsoft.com/office/officeart/2018/2/layout/IconVerticalSolidList"/>
    <dgm:cxn modelId="{DDC12872-8186-409C-A689-3DA056BE3168}" type="presParOf" srcId="{42B19098-E9FF-49DD-AA13-5C074482BADF}" destId="{F215CC4C-109B-4004-A4A6-15D7FC117229}" srcOrd="3" destOrd="0" presId="urn:microsoft.com/office/officeart/2018/2/layout/IconVerticalSolidList"/>
    <dgm:cxn modelId="{583ECBDF-13AC-4848-870F-A03239F8FC5D}" type="presParOf" srcId="{F57BDE6D-FE28-4FF2-B750-9ACE6AC3B553}" destId="{0CF8E5B5-C7C6-4F0F-96B7-CBBB04D0E7DB}" srcOrd="7" destOrd="0" presId="urn:microsoft.com/office/officeart/2018/2/layout/IconVerticalSolidList"/>
    <dgm:cxn modelId="{AA9229C4-748B-4012-8007-EA62620BDCF0}" type="presParOf" srcId="{F57BDE6D-FE28-4FF2-B750-9ACE6AC3B553}" destId="{3FCC40B2-023E-4362-B079-164850B4754A}" srcOrd="8" destOrd="0" presId="urn:microsoft.com/office/officeart/2018/2/layout/IconVerticalSolidList"/>
    <dgm:cxn modelId="{3271B621-9D72-4E76-B08C-7CA6614D7310}" type="presParOf" srcId="{3FCC40B2-023E-4362-B079-164850B4754A}" destId="{808B6603-42A0-431D-8E28-FBFDF11D97AD}" srcOrd="0" destOrd="0" presId="urn:microsoft.com/office/officeart/2018/2/layout/IconVerticalSolidList"/>
    <dgm:cxn modelId="{EE944D9D-AD45-4A7B-A5F7-D3F52A8E2C6B}" type="presParOf" srcId="{3FCC40B2-023E-4362-B079-164850B4754A}" destId="{09F5B5C2-7027-4BC8-9A33-6302F8DC1ADF}" srcOrd="1" destOrd="0" presId="urn:microsoft.com/office/officeart/2018/2/layout/IconVerticalSolidList"/>
    <dgm:cxn modelId="{63F0F95E-5AF1-4D8B-81E4-221D831DE6BF}" type="presParOf" srcId="{3FCC40B2-023E-4362-B079-164850B4754A}" destId="{34F6335D-FDD3-4DFE-ADBC-E056A1A779EB}" srcOrd="2" destOrd="0" presId="urn:microsoft.com/office/officeart/2018/2/layout/IconVerticalSolidList"/>
    <dgm:cxn modelId="{B6A73874-00B5-4583-82C6-6065CCAD4B49}" type="presParOf" srcId="{3FCC40B2-023E-4362-B079-164850B4754A}" destId="{A653053D-97F9-4D98-BCE6-0D22F0235926}" srcOrd="3" destOrd="0" presId="urn:microsoft.com/office/officeart/2018/2/layout/IconVerticalSolidList"/>
    <dgm:cxn modelId="{20C106ED-A333-429C-B5CA-D9980D866322}" type="presParOf" srcId="{F57BDE6D-FE28-4FF2-B750-9ACE6AC3B553}" destId="{1BF1F2F6-733B-41B2-8B80-4FAFADBD4C07}" srcOrd="9" destOrd="0" presId="urn:microsoft.com/office/officeart/2018/2/layout/IconVerticalSolidList"/>
    <dgm:cxn modelId="{76D027B0-D3B5-45F5-A585-DBA6F925A1D7}" type="presParOf" srcId="{F57BDE6D-FE28-4FF2-B750-9ACE6AC3B553}" destId="{7F0D2DA5-579A-46F9-B269-20B7AC0C797E}" srcOrd="10" destOrd="0" presId="urn:microsoft.com/office/officeart/2018/2/layout/IconVerticalSolidList"/>
    <dgm:cxn modelId="{47AB7F2F-7E8B-4EEC-8092-B0E08CD16C64}" type="presParOf" srcId="{7F0D2DA5-579A-46F9-B269-20B7AC0C797E}" destId="{52556F44-A015-4F27-A603-268389A4A744}" srcOrd="0" destOrd="0" presId="urn:microsoft.com/office/officeart/2018/2/layout/IconVerticalSolidList"/>
    <dgm:cxn modelId="{61B6C6F3-688F-431A-9596-19F3180D1F95}" type="presParOf" srcId="{7F0D2DA5-579A-46F9-B269-20B7AC0C797E}" destId="{C3ECA69F-FE22-40B5-BAC8-39EC3CC52B95}" srcOrd="1" destOrd="0" presId="urn:microsoft.com/office/officeart/2018/2/layout/IconVerticalSolidList"/>
    <dgm:cxn modelId="{A1D22C28-82A9-4197-998A-82A2371CE8F4}" type="presParOf" srcId="{7F0D2DA5-579A-46F9-B269-20B7AC0C797E}" destId="{4DF10410-50E8-4367-9FFB-288AC52AA64A}" srcOrd="2" destOrd="0" presId="urn:microsoft.com/office/officeart/2018/2/layout/IconVerticalSolidList"/>
    <dgm:cxn modelId="{A8DE7C4D-C66D-409F-AD23-6ED6E069B31C}" type="presParOf" srcId="{7F0D2DA5-579A-46F9-B269-20B7AC0C797E}" destId="{D9CE63D4-D957-4388-87F3-121787ADA7D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18BD69-53E7-4042-82F1-C89A5F3367E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8273577-2781-4322-9B51-B05E11BB3903}">
      <dgm:prSet/>
      <dgm:spPr/>
      <dgm:t>
        <a:bodyPr/>
        <a:lstStyle/>
        <a:p>
          <a:r>
            <a:rPr lang="en-US" b="1"/>
            <a:t>Validation Process (20% of data)</a:t>
          </a:r>
          <a:endParaRPr lang="en-US"/>
        </a:p>
      </dgm:t>
    </dgm:pt>
    <dgm:pt modelId="{0B83F558-98C3-44F2-984A-635320789C0F}" type="parTrans" cxnId="{E78213A2-CE99-431A-A474-DD1184EA9013}">
      <dgm:prSet/>
      <dgm:spPr/>
      <dgm:t>
        <a:bodyPr/>
        <a:lstStyle/>
        <a:p>
          <a:endParaRPr lang="en-US"/>
        </a:p>
      </dgm:t>
    </dgm:pt>
    <dgm:pt modelId="{A802FD41-A1CF-448D-81C8-38E7248DD32D}" type="sibTrans" cxnId="{E78213A2-CE99-431A-A474-DD1184EA9013}">
      <dgm:prSet/>
      <dgm:spPr/>
      <dgm:t>
        <a:bodyPr/>
        <a:lstStyle/>
        <a:p>
          <a:endParaRPr lang="en-US"/>
        </a:p>
      </dgm:t>
    </dgm:pt>
    <dgm:pt modelId="{3CF3A84D-3241-4C39-92E6-620352DFA461}">
      <dgm:prSet/>
      <dgm:spPr/>
      <dgm:t>
        <a:bodyPr/>
        <a:lstStyle/>
        <a:p>
          <a:r>
            <a:rPr lang="en-US"/>
            <a:t>Test the model on images it hasn't seen</a:t>
          </a:r>
        </a:p>
      </dgm:t>
    </dgm:pt>
    <dgm:pt modelId="{A7C929A2-D837-4D3E-B6A0-2AE745B252D4}" type="parTrans" cxnId="{41E7178E-7316-4FFC-8EF2-976244815889}">
      <dgm:prSet/>
      <dgm:spPr/>
      <dgm:t>
        <a:bodyPr/>
        <a:lstStyle/>
        <a:p>
          <a:endParaRPr lang="en-US"/>
        </a:p>
      </dgm:t>
    </dgm:pt>
    <dgm:pt modelId="{4EEFC0B3-A0F4-4771-8DAB-FC70F039EF90}" type="sibTrans" cxnId="{41E7178E-7316-4FFC-8EF2-976244815889}">
      <dgm:prSet/>
      <dgm:spPr/>
      <dgm:t>
        <a:bodyPr/>
        <a:lstStyle/>
        <a:p>
          <a:endParaRPr lang="en-US"/>
        </a:p>
      </dgm:t>
    </dgm:pt>
    <dgm:pt modelId="{15B17EDC-C457-466D-895D-D36D45022504}">
      <dgm:prSet/>
      <dgm:spPr/>
      <dgm:t>
        <a:bodyPr/>
        <a:lstStyle/>
        <a:p>
          <a:r>
            <a:rPr lang="en-US" dirty="0"/>
            <a:t>Measure accuracy without giving it the answers</a:t>
          </a:r>
        </a:p>
      </dgm:t>
    </dgm:pt>
    <dgm:pt modelId="{C54CC52A-0CD6-40EC-8D9F-79E2458B73D8}" type="parTrans" cxnId="{5A8C678E-0F74-49D0-B54D-9E55B8A18DF6}">
      <dgm:prSet/>
      <dgm:spPr/>
      <dgm:t>
        <a:bodyPr/>
        <a:lstStyle/>
        <a:p>
          <a:endParaRPr lang="en-US"/>
        </a:p>
      </dgm:t>
    </dgm:pt>
    <dgm:pt modelId="{8832CDF4-BDB3-42EC-9EBA-A62B6BD0A4E4}" type="sibTrans" cxnId="{5A8C678E-0F74-49D0-B54D-9E55B8A18DF6}">
      <dgm:prSet/>
      <dgm:spPr/>
      <dgm:t>
        <a:bodyPr/>
        <a:lstStyle/>
        <a:p>
          <a:endParaRPr lang="en-US"/>
        </a:p>
      </dgm:t>
    </dgm:pt>
    <dgm:pt modelId="{33443595-A232-4858-914D-64854BCEF958}">
      <dgm:prSet/>
      <dgm:spPr/>
      <dgm:t>
        <a:bodyPr/>
        <a:lstStyle/>
        <a:p>
          <a:r>
            <a:rPr lang="en-US"/>
            <a:t>Ensure generalization - works on new, unseen data</a:t>
          </a:r>
        </a:p>
      </dgm:t>
    </dgm:pt>
    <dgm:pt modelId="{C6978F3F-368A-4F79-9669-5D272512545E}" type="parTrans" cxnId="{34EABF2D-CEB1-4436-827A-A0A506AF64ED}">
      <dgm:prSet/>
      <dgm:spPr/>
      <dgm:t>
        <a:bodyPr/>
        <a:lstStyle/>
        <a:p>
          <a:endParaRPr lang="en-US"/>
        </a:p>
      </dgm:t>
    </dgm:pt>
    <dgm:pt modelId="{83C8A62F-4936-4028-9F7A-79FD969238EC}" type="sibTrans" cxnId="{34EABF2D-CEB1-4436-827A-A0A506AF64ED}">
      <dgm:prSet/>
      <dgm:spPr/>
      <dgm:t>
        <a:bodyPr/>
        <a:lstStyle/>
        <a:p>
          <a:endParaRPr lang="en-US"/>
        </a:p>
      </dgm:t>
    </dgm:pt>
    <dgm:pt modelId="{0F0CBC03-4711-4BF0-8786-BAAE9EEC8B45}">
      <dgm:prSet/>
      <dgm:spPr/>
      <dgm:t>
        <a:bodyPr/>
        <a:lstStyle/>
        <a:p>
          <a:r>
            <a:rPr lang="en-US" dirty="0"/>
            <a:t>This diversity helps the model work in any underwater condition, not just perfect laboratory </a:t>
          </a:r>
          <a:r>
            <a:rPr lang="en-US" dirty="0" err="1"/>
            <a:t>settings.How</a:t>
          </a:r>
          <a:r>
            <a:rPr lang="en-US" dirty="0"/>
            <a:t> the Dataset Works in YOLO Training</a:t>
          </a:r>
        </a:p>
      </dgm:t>
    </dgm:pt>
    <dgm:pt modelId="{B463D211-EA73-4BFB-B6B8-7D479AEFD0FE}" type="parTrans" cxnId="{2ECF9B40-E07E-4FF0-BAEC-45B018FDC93B}">
      <dgm:prSet/>
      <dgm:spPr/>
      <dgm:t>
        <a:bodyPr/>
        <a:lstStyle/>
        <a:p>
          <a:endParaRPr lang="en-US"/>
        </a:p>
      </dgm:t>
    </dgm:pt>
    <dgm:pt modelId="{47F6A3A8-8AF5-4D27-902F-E711FED5AC12}" type="sibTrans" cxnId="{2ECF9B40-E07E-4FF0-BAEC-45B018FDC93B}">
      <dgm:prSet/>
      <dgm:spPr/>
      <dgm:t>
        <a:bodyPr/>
        <a:lstStyle/>
        <a:p>
          <a:endParaRPr lang="en-US"/>
        </a:p>
      </dgm:t>
    </dgm:pt>
    <dgm:pt modelId="{B1763A3E-C9EE-4897-8050-774D10BC564C}">
      <dgm:prSet/>
      <dgm:spPr/>
      <dgm:t>
        <a:bodyPr/>
        <a:lstStyle/>
        <a:p>
          <a:r>
            <a:rPr lang="en-US" b="1"/>
            <a:t>Training Process (80% of data)</a:t>
          </a:r>
          <a:endParaRPr lang="en-US"/>
        </a:p>
      </dgm:t>
    </dgm:pt>
    <dgm:pt modelId="{8F76850D-F88A-41B2-866C-C182BE97895D}" type="parTrans" cxnId="{30A21F01-77EB-4F44-9E90-412BCC395A49}">
      <dgm:prSet/>
      <dgm:spPr/>
      <dgm:t>
        <a:bodyPr/>
        <a:lstStyle/>
        <a:p>
          <a:endParaRPr lang="en-US"/>
        </a:p>
      </dgm:t>
    </dgm:pt>
    <dgm:pt modelId="{86F3A652-AA09-4B7D-81A6-D04D3DD59393}" type="sibTrans" cxnId="{30A21F01-77EB-4F44-9E90-412BCC395A49}">
      <dgm:prSet/>
      <dgm:spPr/>
      <dgm:t>
        <a:bodyPr/>
        <a:lstStyle/>
        <a:p>
          <a:endParaRPr lang="en-US"/>
        </a:p>
      </dgm:t>
    </dgm:pt>
    <dgm:pt modelId="{467E18C4-C0DB-44A7-BA32-75FEA2258365}">
      <dgm:prSet/>
      <dgm:spPr/>
      <dgm:t>
        <a:bodyPr/>
        <a:lstStyle/>
        <a:p>
          <a:r>
            <a:rPr lang="en-US"/>
            <a:t>Show the model thousands of fish images</a:t>
          </a:r>
        </a:p>
      </dgm:t>
    </dgm:pt>
    <dgm:pt modelId="{224B47A0-E697-415B-BA82-EDF041D24BE4}" type="parTrans" cxnId="{EB3D5B21-F025-41D5-B8DB-2AEAFFF64398}">
      <dgm:prSet/>
      <dgm:spPr/>
      <dgm:t>
        <a:bodyPr/>
        <a:lstStyle/>
        <a:p>
          <a:endParaRPr lang="en-US"/>
        </a:p>
      </dgm:t>
    </dgm:pt>
    <dgm:pt modelId="{721A12EE-79B1-4E88-800F-22B58689CFD5}" type="sibTrans" cxnId="{EB3D5B21-F025-41D5-B8DB-2AEAFFF64398}">
      <dgm:prSet/>
      <dgm:spPr/>
      <dgm:t>
        <a:bodyPr/>
        <a:lstStyle/>
        <a:p>
          <a:endParaRPr lang="en-US"/>
        </a:p>
      </dgm:t>
    </dgm:pt>
    <dgm:pt modelId="{C15853FE-9315-4ED2-94AA-DE35ECB70B86}">
      <dgm:prSet/>
      <dgm:spPr/>
      <dgm:t>
        <a:bodyPr/>
        <a:lstStyle/>
        <a:p>
          <a:r>
            <a:rPr lang="en-US"/>
            <a:t>Tell it exactly where each fish is located</a:t>
          </a:r>
        </a:p>
      </dgm:t>
    </dgm:pt>
    <dgm:pt modelId="{136340B7-A68C-4FB2-8945-51F28E2E7CED}" type="parTrans" cxnId="{647F8ED8-D4CA-45FE-84F2-DF040864B160}">
      <dgm:prSet/>
      <dgm:spPr/>
      <dgm:t>
        <a:bodyPr/>
        <a:lstStyle/>
        <a:p>
          <a:endParaRPr lang="en-US"/>
        </a:p>
      </dgm:t>
    </dgm:pt>
    <dgm:pt modelId="{6E29AA27-BE16-450D-BCBD-B1D460B2270A}" type="sibTrans" cxnId="{647F8ED8-D4CA-45FE-84F2-DF040864B160}">
      <dgm:prSet/>
      <dgm:spPr/>
      <dgm:t>
        <a:bodyPr/>
        <a:lstStyle/>
        <a:p>
          <a:endParaRPr lang="en-US"/>
        </a:p>
      </dgm:t>
    </dgm:pt>
    <dgm:pt modelId="{F0D3A18B-BD52-4509-8BCB-F5A10A8744B9}">
      <dgm:prSet/>
      <dgm:spPr/>
      <dgm:t>
        <a:bodyPr/>
        <a:lstStyle/>
        <a:p>
          <a:r>
            <a:rPr lang="en-US"/>
            <a:t>Model learns patterns like:</a:t>
          </a:r>
        </a:p>
      </dgm:t>
    </dgm:pt>
    <dgm:pt modelId="{B031F726-3E1A-4BB4-9319-7133270FF9C5}" type="parTrans" cxnId="{52F49103-A80A-400C-8358-00CA7AA0232A}">
      <dgm:prSet/>
      <dgm:spPr/>
      <dgm:t>
        <a:bodyPr/>
        <a:lstStyle/>
        <a:p>
          <a:endParaRPr lang="en-US"/>
        </a:p>
      </dgm:t>
    </dgm:pt>
    <dgm:pt modelId="{2F06E86B-B5B0-4756-845C-18FA1D5A9B76}" type="sibTrans" cxnId="{52F49103-A80A-400C-8358-00CA7AA0232A}">
      <dgm:prSet/>
      <dgm:spPr/>
      <dgm:t>
        <a:bodyPr/>
        <a:lstStyle/>
        <a:p>
          <a:endParaRPr lang="en-US"/>
        </a:p>
      </dgm:t>
    </dgm:pt>
    <dgm:pt modelId="{892B38B0-3BA8-4633-88DE-0AFF3BF47A2C}">
      <dgm:prSet/>
      <dgm:spPr/>
      <dgm:t>
        <a:bodyPr/>
        <a:lstStyle/>
        <a:p>
          <a:r>
            <a:rPr lang="en-US"/>
            <a:t>Fish shapes and colors</a:t>
          </a:r>
        </a:p>
      </dgm:t>
    </dgm:pt>
    <dgm:pt modelId="{E913FAEB-F58F-4DD9-A6AA-A48A718778D4}" type="parTrans" cxnId="{3AB8D5F7-6489-4825-B111-7E5A2953156D}">
      <dgm:prSet/>
      <dgm:spPr/>
      <dgm:t>
        <a:bodyPr/>
        <a:lstStyle/>
        <a:p>
          <a:endParaRPr lang="en-US"/>
        </a:p>
      </dgm:t>
    </dgm:pt>
    <dgm:pt modelId="{54B34A9F-30BF-408A-BC89-1A88D4F7623F}" type="sibTrans" cxnId="{3AB8D5F7-6489-4825-B111-7E5A2953156D}">
      <dgm:prSet/>
      <dgm:spPr/>
      <dgm:t>
        <a:bodyPr/>
        <a:lstStyle/>
        <a:p>
          <a:endParaRPr lang="en-US"/>
        </a:p>
      </dgm:t>
    </dgm:pt>
    <dgm:pt modelId="{93CEF788-2E42-4674-B565-9D8ED2245A70}">
      <dgm:prSet/>
      <dgm:spPr/>
      <dgm:t>
        <a:bodyPr/>
        <a:lstStyle/>
        <a:p>
          <a:r>
            <a:rPr lang="en-US"/>
            <a:t>How fish look in different lighting</a:t>
          </a:r>
        </a:p>
      </dgm:t>
    </dgm:pt>
    <dgm:pt modelId="{C41EACBD-669A-4E41-924D-A28AA5D84644}" type="parTrans" cxnId="{58298E76-5C24-4779-B86E-557B4671874D}">
      <dgm:prSet/>
      <dgm:spPr/>
      <dgm:t>
        <a:bodyPr/>
        <a:lstStyle/>
        <a:p>
          <a:endParaRPr lang="en-US"/>
        </a:p>
      </dgm:t>
    </dgm:pt>
    <dgm:pt modelId="{3098D264-FBB1-4540-A57E-0B514545908E}" type="sibTrans" cxnId="{58298E76-5C24-4779-B86E-557B4671874D}">
      <dgm:prSet/>
      <dgm:spPr/>
      <dgm:t>
        <a:bodyPr/>
        <a:lstStyle/>
        <a:p>
          <a:endParaRPr lang="en-US"/>
        </a:p>
      </dgm:t>
    </dgm:pt>
    <dgm:pt modelId="{CBBFE92D-4027-4FEA-9241-36E6C3507068}">
      <dgm:prSet/>
      <dgm:spPr/>
      <dgm:t>
        <a:bodyPr/>
        <a:lstStyle/>
        <a:p>
          <a:r>
            <a:rPr lang="en-US"/>
            <a:t>Background vs. fish differences</a:t>
          </a:r>
        </a:p>
      </dgm:t>
    </dgm:pt>
    <dgm:pt modelId="{4803E199-B777-4478-943F-228014433C75}" type="parTrans" cxnId="{C4C0C209-8212-4D8F-94CA-D6F4C1D1A32E}">
      <dgm:prSet/>
      <dgm:spPr/>
      <dgm:t>
        <a:bodyPr/>
        <a:lstStyle/>
        <a:p>
          <a:endParaRPr lang="en-US"/>
        </a:p>
      </dgm:t>
    </dgm:pt>
    <dgm:pt modelId="{B70231FE-C0D3-4E75-A45F-4962CAFDA2D6}" type="sibTrans" cxnId="{C4C0C209-8212-4D8F-94CA-D6F4C1D1A32E}">
      <dgm:prSet/>
      <dgm:spPr/>
      <dgm:t>
        <a:bodyPr/>
        <a:lstStyle/>
        <a:p>
          <a:endParaRPr lang="en-US"/>
        </a:p>
      </dgm:t>
    </dgm:pt>
    <dgm:pt modelId="{9B28C1A2-9D26-400F-8781-F97CD9A93E9A}">
      <dgm:prSet/>
      <dgm:spPr/>
      <dgm:t>
        <a:bodyPr/>
        <a:lstStyle/>
        <a:p>
          <a:r>
            <a:rPr lang="en-US"/>
            <a:t>Fish sizes and orientations</a:t>
          </a:r>
        </a:p>
      </dgm:t>
    </dgm:pt>
    <dgm:pt modelId="{826E9852-4CC0-47D8-8027-9908F1E2D839}" type="parTrans" cxnId="{D165B83F-DEAC-471E-A8A0-3F03197BA3E8}">
      <dgm:prSet/>
      <dgm:spPr/>
      <dgm:t>
        <a:bodyPr/>
        <a:lstStyle/>
        <a:p>
          <a:endParaRPr lang="en-US"/>
        </a:p>
      </dgm:t>
    </dgm:pt>
    <dgm:pt modelId="{A375B8F5-B070-4D4F-9B35-A9CB6A87DA20}" type="sibTrans" cxnId="{D165B83F-DEAC-471E-A8A0-3F03197BA3E8}">
      <dgm:prSet/>
      <dgm:spPr/>
      <dgm:t>
        <a:bodyPr/>
        <a:lstStyle/>
        <a:p>
          <a:endParaRPr lang="en-US"/>
        </a:p>
      </dgm:t>
    </dgm:pt>
    <dgm:pt modelId="{D3987649-5756-4823-A6B0-A4D47C76E862}" type="pres">
      <dgm:prSet presAssocID="{E718BD69-53E7-4042-82F1-C89A5F3367E9}" presName="diagram" presStyleCnt="0">
        <dgm:presLayoutVars>
          <dgm:dir/>
          <dgm:resizeHandles val="exact"/>
        </dgm:presLayoutVars>
      </dgm:prSet>
      <dgm:spPr/>
    </dgm:pt>
    <dgm:pt modelId="{45B2CB11-5621-46F2-9DEC-E5A70C1F1B45}" type="pres">
      <dgm:prSet presAssocID="{D8273577-2781-4322-9B51-B05E11BB3903}" presName="node" presStyleLbl="node1" presStyleIdx="0" presStyleCnt="2">
        <dgm:presLayoutVars>
          <dgm:bulletEnabled val="1"/>
        </dgm:presLayoutVars>
      </dgm:prSet>
      <dgm:spPr/>
    </dgm:pt>
    <dgm:pt modelId="{933AE442-52CB-4943-8B96-974231A20DC2}" type="pres">
      <dgm:prSet presAssocID="{A802FD41-A1CF-448D-81C8-38E7248DD32D}" presName="sibTrans" presStyleCnt="0"/>
      <dgm:spPr/>
    </dgm:pt>
    <dgm:pt modelId="{0D7AB2A2-D32D-4D67-A76C-B06568F25ACA}" type="pres">
      <dgm:prSet presAssocID="{B1763A3E-C9EE-4897-8050-774D10BC564C}" presName="node" presStyleLbl="node1" presStyleIdx="1" presStyleCnt="2">
        <dgm:presLayoutVars>
          <dgm:bulletEnabled val="1"/>
        </dgm:presLayoutVars>
      </dgm:prSet>
      <dgm:spPr/>
    </dgm:pt>
  </dgm:ptLst>
  <dgm:cxnLst>
    <dgm:cxn modelId="{30A21F01-77EB-4F44-9E90-412BCC395A49}" srcId="{E718BD69-53E7-4042-82F1-C89A5F3367E9}" destId="{B1763A3E-C9EE-4897-8050-774D10BC564C}" srcOrd="1" destOrd="0" parTransId="{8F76850D-F88A-41B2-866C-C182BE97895D}" sibTransId="{86F3A652-AA09-4B7D-81A6-D04D3DD59393}"/>
    <dgm:cxn modelId="{52F49103-A80A-400C-8358-00CA7AA0232A}" srcId="{B1763A3E-C9EE-4897-8050-774D10BC564C}" destId="{F0D3A18B-BD52-4509-8BCB-F5A10A8744B9}" srcOrd="2" destOrd="0" parTransId="{B031F726-3E1A-4BB4-9319-7133270FF9C5}" sibTransId="{2F06E86B-B5B0-4756-845C-18FA1D5A9B76}"/>
    <dgm:cxn modelId="{C4C0C209-8212-4D8F-94CA-D6F4C1D1A32E}" srcId="{B1763A3E-C9EE-4897-8050-774D10BC564C}" destId="{CBBFE92D-4027-4FEA-9241-36E6C3507068}" srcOrd="5" destOrd="0" parTransId="{4803E199-B777-4478-943F-228014433C75}" sibTransId="{B70231FE-C0D3-4E75-A45F-4962CAFDA2D6}"/>
    <dgm:cxn modelId="{43399115-41C5-4E56-8A53-A1346F893631}" type="presOf" srcId="{E718BD69-53E7-4042-82F1-C89A5F3367E9}" destId="{D3987649-5756-4823-A6B0-A4D47C76E862}" srcOrd="0" destOrd="0" presId="urn:microsoft.com/office/officeart/2005/8/layout/default"/>
    <dgm:cxn modelId="{A3A5291A-E549-4FA6-A354-976BCB9715B3}" type="presOf" srcId="{33443595-A232-4858-914D-64854BCEF958}" destId="{45B2CB11-5621-46F2-9DEC-E5A70C1F1B45}" srcOrd="0" destOrd="3" presId="urn:microsoft.com/office/officeart/2005/8/layout/default"/>
    <dgm:cxn modelId="{EB3D5B21-F025-41D5-B8DB-2AEAFFF64398}" srcId="{B1763A3E-C9EE-4897-8050-774D10BC564C}" destId="{467E18C4-C0DB-44A7-BA32-75FEA2258365}" srcOrd="0" destOrd="0" parTransId="{224B47A0-E697-415B-BA82-EDF041D24BE4}" sibTransId="{721A12EE-79B1-4E88-800F-22B58689CFD5}"/>
    <dgm:cxn modelId="{6B3F1A23-2800-44D1-9981-C12657A7243A}" type="presOf" srcId="{CBBFE92D-4027-4FEA-9241-36E6C3507068}" destId="{0D7AB2A2-D32D-4D67-A76C-B06568F25ACA}" srcOrd="0" destOrd="6" presId="urn:microsoft.com/office/officeart/2005/8/layout/default"/>
    <dgm:cxn modelId="{34EABF2D-CEB1-4436-827A-A0A506AF64ED}" srcId="{D8273577-2781-4322-9B51-B05E11BB3903}" destId="{33443595-A232-4858-914D-64854BCEF958}" srcOrd="2" destOrd="0" parTransId="{C6978F3F-368A-4F79-9669-5D272512545E}" sibTransId="{83C8A62F-4936-4028-9F7A-79FD969238EC}"/>
    <dgm:cxn modelId="{7B214838-3E14-49DA-A231-AA13FF683B14}" type="presOf" srcId="{93CEF788-2E42-4674-B565-9D8ED2245A70}" destId="{0D7AB2A2-D32D-4D67-A76C-B06568F25ACA}" srcOrd="0" destOrd="5" presId="urn:microsoft.com/office/officeart/2005/8/layout/default"/>
    <dgm:cxn modelId="{D165B83F-DEAC-471E-A8A0-3F03197BA3E8}" srcId="{B1763A3E-C9EE-4897-8050-774D10BC564C}" destId="{9B28C1A2-9D26-400F-8781-F97CD9A93E9A}" srcOrd="6" destOrd="0" parTransId="{826E9852-4CC0-47D8-8027-9908F1E2D839}" sibTransId="{A375B8F5-B070-4D4F-9B35-A9CB6A87DA20}"/>
    <dgm:cxn modelId="{2ECF9B40-E07E-4FF0-BAEC-45B018FDC93B}" srcId="{D8273577-2781-4322-9B51-B05E11BB3903}" destId="{0F0CBC03-4711-4BF0-8786-BAAE9EEC8B45}" srcOrd="3" destOrd="0" parTransId="{B463D211-EA73-4BFB-B6B8-7D479AEFD0FE}" sibTransId="{47F6A3A8-8AF5-4D27-902F-E711FED5AC12}"/>
    <dgm:cxn modelId="{8605824C-75DE-48D1-BE66-30285E3A01F7}" type="presOf" srcId="{C15853FE-9315-4ED2-94AA-DE35ECB70B86}" destId="{0D7AB2A2-D32D-4D67-A76C-B06568F25ACA}" srcOrd="0" destOrd="2" presId="urn:microsoft.com/office/officeart/2005/8/layout/default"/>
    <dgm:cxn modelId="{58298E76-5C24-4779-B86E-557B4671874D}" srcId="{B1763A3E-C9EE-4897-8050-774D10BC564C}" destId="{93CEF788-2E42-4674-B565-9D8ED2245A70}" srcOrd="4" destOrd="0" parTransId="{C41EACBD-669A-4E41-924D-A28AA5D84644}" sibTransId="{3098D264-FBB1-4540-A57E-0B514545908E}"/>
    <dgm:cxn modelId="{6EBA8357-DEC2-472B-8A67-F4C6445B6816}" type="presOf" srcId="{B1763A3E-C9EE-4897-8050-774D10BC564C}" destId="{0D7AB2A2-D32D-4D67-A76C-B06568F25ACA}" srcOrd="0" destOrd="0" presId="urn:microsoft.com/office/officeart/2005/8/layout/default"/>
    <dgm:cxn modelId="{41E7178E-7316-4FFC-8EF2-976244815889}" srcId="{D8273577-2781-4322-9B51-B05E11BB3903}" destId="{3CF3A84D-3241-4C39-92E6-620352DFA461}" srcOrd="0" destOrd="0" parTransId="{A7C929A2-D837-4D3E-B6A0-2AE745B252D4}" sibTransId="{4EEFC0B3-A0F4-4771-8DAB-FC70F039EF90}"/>
    <dgm:cxn modelId="{5A8C678E-0F74-49D0-B54D-9E55B8A18DF6}" srcId="{D8273577-2781-4322-9B51-B05E11BB3903}" destId="{15B17EDC-C457-466D-895D-D36D45022504}" srcOrd="1" destOrd="0" parTransId="{C54CC52A-0CD6-40EC-8D9F-79E2458B73D8}" sibTransId="{8832CDF4-BDB3-42EC-9EBA-A62B6BD0A4E4}"/>
    <dgm:cxn modelId="{38B48890-76BE-499A-9CC1-59847B35E34B}" type="presOf" srcId="{467E18C4-C0DB-44A7-BA32-75FEA2258365}" destId="{0D7AB2A2-D32D-4D67-A76C-B06568F25ACA}" srcOrd="0" destOrd="1" presId="urn:microsoft.com/office/officeart/2005/8/layout/default"/>
    <dgm:cxn modelId="{5C3F0C93-ECC4-41D4-8D59-2345C9169B87}" type="presOf" srcId="{9B28C1A2-9D26-400F-8781-F97CD9A93E9A}" destId="{0D7AB2A2-D32D-4D67-A76C-B06568F25ACA}" srcOrd="0" destOrd="7" presId="urn:microsoft.com/office/officeart/2005/8/layout/default"/>
    <dgm:cxn modelId="{9DD48B9D-D4A2-49A8-9778-C2286D71FB2A}" type="presOf" srcId="{F0D3A18B-BD52-4509-8BCB-F5A10A8744B9}" destId="{0D7AB2A2-D32D-4D67-A76C-B06568F25ACA}" srcOrd="0" destOrd="3" presId="urn:microsoft.com/office/officeart/2005/8/layout/default"/>
    <dgm:cxn modelId="{E78213A2-CE99-431A-A474-DD1184EA9013}" srcId="{E718BD69-53E7-4042-82F1-C89A5F3367E9}" destId="{D8273577-2781-4322-9B51-B05E11BB3903}" srcOrd="0" destOrd="0" parTransId="{0B83F558-98C3-44F2-984A-635320789C0F}" sibTransId="{A802FD41-A1CF-448D-81C8-38E7248DD32D}"/>
    <dgm:cxn modelId="{F822D4AD-44B9-493E-9B87-FDC39829F972}" type="presOf" srcId="{D8273577-2781-4322-9B51-B05E11BB3903}" destId="{45B2CB11-5621-46F2-9DEC-E5A70C1F1B45}" srcOrd="0" destOrd="0" presId="urn:microsoft.com/office/officeart/2005/8/layout/default"/>
    <dgm:cxn modelId="{A0DC12CA-441F-480C-934C-2671A19D76E6}" type="presOf" srcId="{0F0CBC03-4711-4BF0-8786-BAAE9EEC8B45}" destId="{45B2CB11-5621-46F2-9DEC-E5A70C1F1B45}" srcOrd="0" destOrd="4" presId="urn:microsoft.com/office/officeart/2005/8/layout/default"/>
    <dgm:cxn modelId="{987829D7-311E-4485-9519-328EAFFE2331}" type="presOf" srcId="{892B38B0-3BA8-4633-88DE-0AFF3BF47A2C}" destId="{0D7AB2A2-D32D-4D67-A76C-B06568F25ACA}" srcOrd="0" destOrd="4" presId="urn:microsoft.com/office/officeart/2005/8/layout/default"/>
    <dgm:cxn modelId="{647F8ED8-D4CA-45FE-84F2-DF040864B160}" srcId="{B1763A3E-C9EE-4897-8050-774D10BC564C}" destId="{C15853FE-9315-4ED2-94AA-DE35ECB70B86}" srcOrd="1" destOrd="0" parTransId="{136340B7-A68C-4FB2-8945-51F28E2E7CED}" sibTransId="{6E29AA27-BE16-450D-BCBD-B1D460B2270A}"/>
    <dgm:cxn modelId="{31DFFAE2-9B1D-427E-BEED-982F375DC1FC}" type="presOf" srcId="{15B17EDC-C457-466D-895D-D36D45022504}" destId="{45B2CB11-5621-46F2-9DEC-E5A70C1F1B45}" srcOrd="0" destOrd="2" presId="urn:microsoft.com/office/officeart/2005/8/layout/default"/>
    <dgm:cxn modelId="{0022F7F2-85E8-49BA-A339-6422A90A02B4}" type="presOf" srcId="{3CF3A84D-3241-4C39-92E6-620352DFA461}" destId="{45B2CB11-5621-46F2-9DEC-E5A70C1F1B45}" srcOrd="0" destOrd="1" presId="urn:microsoft.com/office/officeart/2005/8/layout/default"/>
    <dgm:cxn modelId="{3AB8D5F7-6489-4825-B111-7E5A2953156D}" srcId="{B1763A3E-C9EE-4897-8050-774D10BC564C}" destId="{892B38B0-3BA8-4633-88DE-0AFF3BF47A2C}" srcOrd="3" destOrd="0" parTransId="{E913FAEB-F58F-4DD9-A6AA-A48A718778D4}" sibTransId="{54B34A9F-30BF-408A-BC89-1A88D4F7623F}"/>
    <dgm:cxn modelId="{3D99528D-BFAE-4CF5-8E92-9141B1EC61C8}" type="presParOf" srcId="{D3987649-5756-4823-A6B0-A4D47C76E862}" destId="{45B2CB11-5621-46F2-9DEC-E5A70C1F1B45}" srcOrd="0" destOrd="0" presId="urn:microsoft.com/office/officeart/2005/8/layout/default"/>
    <dgm:cxn modelId="{4E5484BA-08D1-4DED-9369-1E87FCDE9C36}" type="presParOf" srcId="{D3987649-5756-4823-A6B0-A4D47C76E862}" destId="{933AE442-52CB-4943-8B96-974231A20DC2}" srcOrd="1" destOrd="0" presId="urn:microsoft.com/office/officeart/2005/8/layout/default"/>
    <dgm:cxn modelId="{AFBDA0FC-CA5E-4466-8897-6DF66B8C23D7}" type="presParOf" srcId="{D3987649-5756-4823-A6B0-A4D47C76E862}" destId="{0D7AB2A2-D32D-4D67-A76C-B06568F25AC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675C6C-54B4-4A90-82A7-67E7EA3C0FF2}">
      <dsp:nvSpPr>
        <dsp:cNvPr id="0" name=""/>
        <dsp:cNvSpPr/>
      </dsp:nvSpPr>
      <dsp:spPr>
        <a:xfrm>
          <a:off x="0" y="1217"/>
          <a:ext cx="6009365" cy="51898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A1B224-98B3-4B91-A659-17033511E044}">
      <dsp:nvSpPr>
        <dsp:cNvPr id="0" name=""/>
        <dsp:cNvSpPr/>
      </dsp:nvSpPr>
      <dsp:spPr>
        <a:xfrm>
          <a:off x="156991" y="117988"/>
          <a:ext cx="285439" cy="2854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7F730E-106B-45A8-9030-7E2F5569C202}">
      <dsp:nvSpPr>
        <dsp:cNvPr id="0" name=""/>
        <dsp:cNvSpPr/>
      </dsp:nvSpPr>
      <dsp:spPr>
        <a:xfrm>
          <a:off x="599423" y="1217"/>
          <a:ext cx="5409941" cy="518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26" tIns="54926" rIns="54926" bIns="5492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/>
            <a:t>Total Images:</a:t>
          </a:r>
          <a:r>
            <a:rPr lang="en-US" sz="1500" b="0" i="0" kern="1200" baseline="0" dirty="0"/>
            <a:t> 4,505</a:t>
          </a:r>
          <a:endParaRPr lang="en-US" sz="1500" kern="1200" dirty="0"/>
        </a:p>
      </dsp:txBody>
      <dsp:txXfrm>
        <a:off x="599423" y="1217"/>
        <a:ext cx="5409941" cy="518981"/>
      </dsp:txXfrm>
    </dsp:sp>
    <dsp:sp modelId="{35ABBCC6-6E1C-4DC4-8199-87237AD80EAF}">
      <dsp:nvSpPr>
        <dsp:cNvPr id="0" name=""/>
        <dsp:cNvSpPr/>
      </dsp:nvSpPr>
      <dsp:spPr>
        <a:xfrm>
          <a:off x="0" y="649944"/>
          <a:ext cx="6009365" cy="51898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15353A-720A-493D-958F-8FCE87AB8E09}">
      <dsp:nvSpPr>
        <dsp:cNvPr id="0" name=""/>
        <dsp:cNvSpPr/>
      </dsp:nvSpPr>
      <dsp:spPr>
        <a:xfrm>
          <a:off x="156991" y="766715"/>
          <a:ext cx="285439" cy="2854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401FF-31C4-465B-84D5-87AF18D1D8A0}">
      <dsp:nvSpPr>
        <dsp:cNvPr id="0" name=""/>
        <dsp:cNvSpPr/>
      </dsp:nvSpPr>
      <dsp:spPr>
        <a:xfrm>
          <a:off x="599423" y="649944"/>
          <a:ext cx="5409941" cy="518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26" tIns="54926" rIns="54926" bIns="5492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/>
            <a:t>Total Bounding Boxes:</a:t>
          </a:r>
          <a:r>
            <a:rPr lang="en-US" sz="1500" b="0" i="0" kern="1200" baseline="0" dirty="0"/>
            <a:t> 15,463 – Annotation(Locations Marked)</a:t>
          </a:r>
          <a:endParaRPr lang="en-US" sz="1500" kern="1200" dirty="0"/>
        </a:p>
      </dsp:txBody>
      <dsp:txXfrm>
        <a:off x="599423" y="649944"/>
        <a:ext cx="5409941" cy="518981"/>
      </dsp:txXfrm>
    </dsp:sp>
    <dsp:sp modelId="{F4495FAA-EEDD-4C9F-A7C2-D7036FFF517E}">
      <dsp:nvSpPr>
        <dsp:cNvPr id="0" name=""/>
        <dsp:cNvSpPr/>
      </dsp:nvSpPr>
      <dsp:spPr>
        <a:xfrm>
          <a:off x="0" y="1298671"/>
          <a:ext cx="6009365" cy="51898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F95E15-293B-4D36-8D57-67C11336CC1F}">
      <dsp:nvSpPr>
        <dsp:cNvPr id="0" name=""/>
        <dsp:cNvSpPr/>
      </dsp:nvSpPr>
      <dsp:spPr>
        <a:xfrm>
          <a:off x="156991" y="1415441"/>
          <a:ext cx="285439" cy="2854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BE0128-57FD-4514-B044-C21412CA5BFF}">
      <dsp:nvSpPr>
        <dsp:cNvPr id="0" name=""/>
        <dsp:cNvSpPr/>
      </dsp:nvSpPr>
      <dsp:spPr>
        <a:xfrm>
          <a:off x="599423" y="1298671"/>
          <a:ext cx="5409941" cy="518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26" tIns="54926" rIns="54926" bIns="5492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/>
            <a:t>Training and Validation Split:</a:t>
          </a:r>
          <a:r>
            <a:rPr lang="en-US" sz="1500" b="0" i="0" kern="1200" baseline="0" dirty="0"/>
            <a:t> 80% Train(3604), 20% Valid(901)</a:t>
          </a:r>
          <a:endParaRPr lang="en-US" sz="1500" kern="1200" dirty="0"/>
        </a:p>
      </dsp:txBody>
      <dsp:txXfrm>
        <a:off x="599423" y="1298671"/>
        <a:ext cx="5409941" cy="518981"/>
      </dsp:txXfrm>
    </dsp:sp>
    <dsp:sp modelId="{DDD07C54-EA88-486A-8E1D-9A7B9D261502}">
      <dsp:nvSpPr>
        <dsp:cNvPr id="0" name=""/>
        <dsp:cNvSpPr/>
      </dsp:nvSpPr>
      <dsp:spPr>
        <a:xfrm>
          <a:off x="0" y="1947397"/>
          <a:ext cx="6009365" cy="51898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DAAAA-391D-4B7F-BFA6-B127C37937BD}">
      <dsp:nvSpPr>
        <dsp:cNvPr id="0" name=""/>
        <dsp:cNvSpPr/>
      </dsp:nvSpPr>
      <dsp:spPr>
        <a:xfrm>
          <a:off x="156991" y="2064168"/>
          <a:ext cx="285439" cy="2854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15CC4C-109B-4004-A4A6-15D7FC117229}">
      <dsp:nvSpPr>
        <dsp:cNvPr id="0" name=""/>
        <dsp:cNvSpPr/>
      </dsp:nvSpPr>
      <dsp:spPr>
        <a:xfrm>
          <a:off x="599423" y="1947397"/>
          <a:ext cx="5409941" cy="518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26" tIns="54926" rIns="54926" bIns="5492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Folder Structure:</a:t>
          </a:r>
          <a:endParaRPr lang="en-US" sz="1500" kern="1200"/>
        </a:p>
      </dsp:txBody>
      <dsp:txXfrm>
        <a:off x="599423" y="1947397"/>
        <a:ext cx="5409941" cy="518981"/>
      </dsp:txXfrm>
    </dsp:sp>
    <dsp:sp modelId="{808B6603-42A0-431D-8E28-FBFDF11D97AD}">
      <dsp:nvSpPr>
        <dsp:cNvPr id="0" name=""/>
        <dsp:cNvSpPr/>
      </dsp:nvSpPr>
      <dsp:spPr>
        <a:xfrm>
          <a:off x="0" y="2596124"/>
          <a:ext cx="6009365" cy="51898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F5B5C2-7027-4BC8-9A33-6302F8DC1ADF}">
      <dsp:nvSpPr>
        <dsp:cNvPr id="0" name=""/>
        <dsp:cNvSpPr/>
      </dsp:nvSpPr>
      <dsp:spPr>
        <a:xfrm>
          <a:off x="156991" y="2712895"/>
          <a:ext cx="285439" cy="28543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53053D-97F9-4D98-BCE6-0D22F0235926}">
      <dsp:nvSpPr>
        <dsp:cNvPr id="0" name=""/>
        <dsp:cNvSpPr/>
      </dsp:nvSpPr>
      <dsp:spPr>
        <a:xfrm>
          <a:off x="599423" y="2596124"/>
          <a:ext cx="5409941" cy="518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26" tIns="54926" rIns="54926" bIns="5492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21 main folders – each representing different fish Environment</a:t>
          </a:r>
          <a:endParaRPr lang="en-US" sz="1500" kern="1200" dirty="0"/>
        </a:p>
      </dsp:txBody>
      <dsp:txXfrm>
        <a:off x="599423" y="2596124"/>
        <a:ext cx="5409941" cy="518981"/>
      </dsp:txXfrm>
    </dsp:sp>
    <dsp:sp modelId="{52556F44-A015-4F27-A603-268389A4A744}">
      <dsp:nvSpPr>
        <dsp:cNvPr id="0" name=""/>
        <dsp:cNvSpPr/>
      </dsp:nvSpPr>
      <dsp:spPr>
        <a:xfrm>
          <a:off x="0" y="3244850"/>
          <a:ext cx="6009365" cy="51898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ECA69F-FE22-40B5-BAC8-39EC3CC52B95}">
      <dsp:nvSpPr>
        <dsp:cNvPr id="0" name=""/>
        <dsp:cNvSpPr/>
      </dsp:nvSpPr>
      <dsp:spPr>
        <a:xfrm>
          <a:off x="156991" y="3361621"/>
          <a:ext cx="285439" cy="28543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CE63D4-D957-4388-87F3-121787ADA7D1}">
      <dsp:nvSpPr>
        <dsp:cNvPr id="0" name=""/>
        <dsp:cNvSpPr/>
      </dsp:nvSpPr>
      <dsp:spPr>
        <a:xfrm>
          <a:off x="599423" y="3244850"/>
          <a:ext cx="5409941" cy="518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26" tIns="54926" rIns="54926" bIns="5492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Each folder contains </a:t>
          </a:r>
          <a:r>
            <a:rPr lang="en-US" sz="1500" kern="1200"/>
            <a:t>train/ and valid/ subfolders</a:t>
          </a:r>
        </a:p>
      </dsp:txBody>
      <dsp:txXfrm>
        <a:off x="599423" y="3244850"/>
        <a:ext cx="5409941" cy="5189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B2CB11-5621-46F2-9DEC-E5A70C1F1B45}">
      <dsp:nvSpPr>
        <dsp:cNvPr id="0" name=""/>
        <dsp:cNvSpPr/>
      </dsp:nvSpPr>
      <dsp:spPr>
        <a:xfrm>
          <a:off x="1304" y="389645"/>
          <a:ext cx="5087784" cy="30526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Validation Process (20% of data)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Test the model on images it hasn't seen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Measure accuracy without giving it the answers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Ensure generalization - works on new, unseen data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This diversity helps the model work in any underwater condition, not just perfect laboratory </a:t>
          </a:r>
          <a:r>
            <a:rPr lang="en-US" sz="1800" kern="1200" dirty="0" err="1"/>
            <a:t>settings.How</a:t>
          </a:r>
          <a:r>
            <a:rPr lang="en-US" sz="1800" kern="1200" dirty="0"/>
            <a:t> the Dataset Works in YOLO Training</a:t>
          </a:r>
        </a:p>
      </dsp:txBody>
      <dsp:txXfrm>
        <a:off x="1304" y="389645"/>
        <a:ext cx="5087784" cy="3052670"/>
      </dsp:txXfrm>
    </dsp:sp>
    <dsp:sp modelId="{0D7AB2A2-D32D-4D67-A76C-B06568F25ACA}">
      <dsp:nvSpPr>
        <dsp:cNvPr id="0" name=""/>
        <dsp:cNvSpPr/>
      </dsp:nvSpPr>
      <dsp:spPr>
        <a:xfrm>
          <a:off x="5597867" y="389645"/>
          <a:ext cx="5087784" cy="30526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Training Process (80% of data)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Show the model thousands of fish images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Tell it exactly where each fish is located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Model learns patterns like: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Fish shapes and colors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How fish look in different lighting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Background vs. fish differences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Fish sizes and orientations</a:t>
          </a:r>
        </a:p>
      </dsp:txBody>
      <dsp:txXfrm>
        <a:off x="5597867" y="389645"/>
        <a:ext cx="5087784" cy="30526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C5C6F-42E0-9715-6920-4020B13DE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D0C6C-F675-3955-63AC-5E576DE89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EA1DD-55B0-DAED-92C4-373E08ECE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A0B-162A-4B3A-A212-E1BCFA7EBAB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2D771-2745-1375-8C0F-74224E1C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1E03-D2F8-8227-6D0F-93088B9D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6E30-D0AA-4416-BBD7-0E26AA1A2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2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DB432-7B9D-8FC6-5792-CF22FAC53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B38CA-F1D5-5C07-8C64-02645ED8E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09525-C019-350F-7B68-7B8D87177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A0B-162A-4B3A-A212-E1BCFA7EBAB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BE7D0-068E-5484-316E-A9694A68A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40253-6942-7D0A-5C7C-FA968492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6E30-D0AA-4416-BBD7-0E26AA1A2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30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6AB9-C297-1331-02F3-72733FF4C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95356-426F-02C1-FA99-F3846145B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A0F7C-9BC8-B5C4-FF4C-B731806C3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A0B-162A-4B3A-A212-E1BCFA7EBAB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B97C8-3A5F-67AE-EA83-5F920F8EC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E9EC2-A483-56D4-C555-793C04940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6E30-D0AA-4416-BBD7-0E26AA1A2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09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6F90F-50AA-F0E9-2B14-A9A6A3A2A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68A13-8265-0B92-A782-F1AD5C5DE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6D154-BDD5-229B-DF9B-162C2E630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AA076-A753-B8CB-6640-14777C4A4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A0B-162A-4B3A-A212-E1BCFA7EBAB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90F41-0A5B-BB90-EC0A-F0765C045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0AA37-D6ED-884B-4262-8FECEB5DD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6E30-D0AA-4416-BBD7-0E26AA1A2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66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7DEDD-81CB-5CB3-CE21-983A43896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33CE1-B250-D225-B498-0C9997038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533D3-E783-F555-66ED-3E57E857E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CDE1F9-E446-6D4F-6E93-5A3586321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4CEAE0-660F-7178-042C-4B97800A9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0DEFA1-39AF-2B16-847F-BCF5C2E59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A0B-162A-4B3A-A212-E1BCFA7EBAB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42083D-5DE8-CC21-0992-B00DA426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40BAB-9AB4-FBBA-7225-2C009DBE7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6E30-D0AA-4416-BBD7-0E26AA1A2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73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7D511-2DDF-CCAC-0588-1191F7FF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4FF06F-CE79-1B99-7743-DE6AC29BC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A0B-162A-4B3A-A212-E1BCFA7EBAB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7792-4522-B4C6-85BB-3DA49C641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F1A6E-C9F0-B0B5-D56C-EAE4D7D5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6E30-D0AA-4416-BBD7-0E26AA1A2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24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3822B3-50B2-56EB-D215-D118F7C1A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A0B-162A-4B3A-A212-E1BCFA7EBAB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7DB6E-DF0E-BA68-411A-AF082BA22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4DDFD-0F28-0B15-503F-B654037A8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6E30-D0AA-4416-BBD7-0E26AA1A2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163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E2269-5C9B-9D82-543A-27B9D9542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79905-90B3-67CD-864C-45A24ECB0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033F0-4E86-34BD-DDAA-D5C52114F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32EAD-6ABF-0F8F-9DFD-4CE21CA0D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A0B-162A-4B3A-A212-E1BCFA7EBAB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E76E7-A13F-6535-46FA-EB1A0D37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A5059-4ED7-1938-C653-D0FF5F2F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6E30-D0AA-4416-BBD7-0E26AA1A2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01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ACDB5-52FA-CAA8-E45F-D3DB1772A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F2AEA-075D-C92E-8BE7-B9FE26EE2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AF124-27DF-40A4-5D3C-1FEDC389A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8A117-FDF5-756C-1616-B780447A7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A0B-162A-4B3A-A212-E1BCFA7EBAB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44D0B-61A3-A351-0E0E-11B022CC3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C5BB4-5FFF-5551-F76C-33407C6B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6E30-D0AA-4416-BBD7-0E26AA1A2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77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57349-BF8C-88BB-E169-19DF246F8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35EE08-7298-34CD-1DEA-FBA68285A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78EC9-D968-F6AD-DB0C-14C14951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A0B-162A-4B3A-A212-E1BCFA7EBAB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26AE9-B714-F75F-02DA-9E0DE38C5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FDBA3-EC18-F902-EC3B-9802A260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6E30-D0AA-4416-BBD7-0E26AA1A2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640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691FD8-BA9D-A23D-B0E4-10587A8ACE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9DAC8-D2DA-BA05-40DF-0F7EF97DA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B4BA5-5EFD-404F-08E5-F9662410B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A0B-162A-4B3A-A212-E1BCFA7EBAB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64895-5952-F381-20F3-C29A2E697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40ABE-4731-62B2-E20A-64A6F7D9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6E30-D0AA-4416-BBD7-0E26AA1A2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47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1F0AA-A24E-ED61-9203-D1EABC3B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214D9-F613-64FB-8FD3-03D002F9E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2C137-7169-E567-EB84-49681CD570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6AA0B-162A-4B3A-A212-E1BCFA7EBAB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87DEA-EB68-6CF9-9E33-61D06E79A8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8E71A-0CC6-CBCA-D8B0-95677E74B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66E30-D0AA-4416-BBD7-0E26AA1A2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92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s://github.com/alzayats/DeepFish" TargetMode="Externa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5514" y="1752294"/>
            <a:ext cx="8577943" cy="1097288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/>
              <a:t>Study on Deep-Sea Fish Detection Using Convolutional Neural Networks (CNNs)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371" y="4711805"/>
            <a:ext cx="3869079" cy="1656338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latin typeface="+mj-lt"/>
              </a:rPr>
              <a:t>By:</a:t>
            </a:r>
          </a:p>
          <a:p>
            <a:pPr algn="l"/>
            <a:r>
              <a:rPr lang="en-US" sz="1800" dirty="0">
                <a:latin typeface="+mj-lt"/>
              </a:rPr>
              <a:t>Poojitha Priyadarshini Madari</a:t>
            </a:r>
          </a:p>
          <a:p>
            <a:pPr algn="l"/>
            <a:r>
              <a:rPr lang="en-US" sz="1800" dirty="0">
                <a:latin typeface="+mj-lt"/>
              </a:rPr>
              <a:t>August 26 2025 </a:t>
            </a:r>
          </a:p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ECE17-3818-B740-62C0-54BDCC15B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70861" y="219423"/>
            <a:ext cx="6386969" cy="1532871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87BBEB-4781-0773-BC16-98F01C0CB016}"/>
              </a:ext>
            </a:extLst>
          </p:cNvPr>
          <p:cNvSpPr txBox="1"/>
          <p:nvPr/>
        </p:nvSpPr>
        <p:spPr>
          <a:xfrm>
            <a:off x="2803070" y="3104977"/>
            <a:ext cx="63028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Presentation-2</a:t>
            </a:r>
          </a:p>
          <a:p>
            <a:pPr algn="ctr"/>
            <a:endParaRPr lang="en-US" sz="2000" i="1" dirty="0"/>
          </a:p>
          <a:p>
            <a:pPr algn="ctr"/>
            <a:r>
              <a:rPr lang="en-US" sz="2000" dirty="0"/>
              <a:t>CSC-698 Thesis</a:t>
            </a:r>
          </a:p>
          <a:p>
            <a:pPr algn="ctr"/>
            <a:r>
              <a:rPr lang="en-US" sz="2000" dirty="0"/>
              <a:t>Under the Guidance of</a:t>
            </a:r>
          </a:p>
          <a:p>
            <a:pPr algn="ctr"/>
            <a:r>
              <a:rPr lang="en-US" sz="2000" dirty="0"/>
              <a:t>Dr. Joe Zhang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598A6-5136-800A-A46F-118065ECB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746420-D0B5-7E91-468A-02321B066B4D}"/>
              </a:ext>
            </a:extLst>
          </p:cNvPr>
          <p:cNvSpPr txBox="1"/>
          <p:nvPr/>
        </p:nvSpPr>
        <p:spPr>
          <a:xfrm>
            <a:off x="1007618" y="3053850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DATASET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7C92E6-B90F-5825-F737-E2D56C8C08C9}"/>
              </a:ext>
            </a:extLst>
          </p:cNvPr>
          <p:cNvSpPr txBox="1"/>
          <p:nvPr/>
        </p:nvSpPr>
        <p:spPr>
          <a:xfrm>
            <a:off x="365760" y="5863832"/>
            <a:ext cx="11110151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Multajam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Rizki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et al. "Real-time detection and classification of fish in underwater environment using YOLOv5: a comparative study of deep learning architectures." 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Informatyka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Automatyka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Pomiary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w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Gospodarce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Ochronie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Środowiska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14 (2024). –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Goldfish,koi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fish dataset with Random Samples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Saleh,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Alzayat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Marcus Sheaves, and Mostafa Rahimi Azghadi. "Computer vision and deep learning for fish classification in underwater habitats: A survey." 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Fish and Fisheries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23.4 (2022): 977-999.  - small size, moderate Size and Large sized including grey scale fish Dataset.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Al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Muksit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Abdullah, et al. "YOLO-Fish: A robust fish detection model to detect fish in realistic underwater environment." 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Ecological Informatics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72 (2022): 101847.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Deepfish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dataset,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Ozfish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Dataset and Mixed Dataset. Yolo Fish-1 &amp; Yolo Fish-2 models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3F1762-7714-CF31-2A78-D3DE75BDFC3E}"/>
              </a:ext>
            </a:extLst>
          </p:cNvPr>
          <p:cNvSpPr txBox="1"/>
          <p:nvPr/>
        </p:nvSpPr>
        <p:spPr>
          <a:xfrm>
            <a:off x="5920835" y="10910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2"/>
              </a:rPr>
              <a:t>https://github.com/alzayats/DeepFish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92" name="TextBox 4">
            <a:extLst>
              <a:ext uri="{FF2B5EF4-FFF2-40B4-BE49-F238E27FC236}">
                <a16:creationId xmlns:a16="http://schemas.microsoft.com/office/drawing/2014/main" id="{CCE01144-15C3-6D43-A1F6-6C45D41DAC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9186442"/>
              </p:ext>
            </p:extLst>
          </p:nvPr>
        </p:nvGraphicFramePr>
        <p:xfrm>
          <a:off x="5685808" y="1676400"/>
          <a:ext cx="6009365" cy="3765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67457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hools of fishes underwater">
            <a:extLst>
              <a:ext uri="{FF2B5EF4-FFF2-40B4-BE49-F238E27FC236}">
                <a16:creationId xmlns:a16="http://schemas.microsoft.com/office/drawing/2014/main" id="{AEC89582-A1B9-4FA8-570B-3E94BEB864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47" r="9219" b="-1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F039FBA-4E41-DC76-52E3-FC50C57B6E00}"/>
              </a:ext>
            </a:extLst>
          </p:cNvPr>
          <p:cNvSpPr txBox="1"/>
          <p:nvPr/>
        </p:nvSpPr>
        <p:spPr>
          <a:xfrm>
            <a:off x="6823878" y="2533476"/>
            <a:ext cx="4491820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7145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</a:pPr>
            <a:r>
              <a:rPr lang="en-US" sz="1700" i="0" dirty="0">
                <a:effectLst/>
              </a:rPr>
              <a:t>Each numbered folder represents a different </a:t>
            </a:r>
            <a:r>
              <a:rPr lang="en-US" sz="1700" i="0">
                <a:effectLst/>
              </a:rPr>
              <a:t>underwater environment</a:t>
            </a:r>
          </a:p>
          <a:p>
            <a:pPr marL="457200" indent="-28575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sz="1700" i="0" dirty="0">
                <a:effectLst/>
              </a:rPr>
              <a:t>Water conditions (clear vs. murky water)</a:t>
            </a:r>
          </a:p>
          <a:p>
            <a:pPr marL="457200" indent="-28575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sz="1700" i="0" dirty="0">
                <a:effectLst/>
              </a:rPr>
              <a:t>Lighting (bright sunlight vs. deep ocean darkness)</a:t>
            </a:r>
          </a:p>
          <a:p>
            <a:pPr marL="457200" indent="-28575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sz="1700" i="0" dirty="0">
                <a:effectLst/>
              </a:rPr>
              <a:t>Habitat types (coral reefs, sandy bottoms, seagrass)</a:t>
            </a:r>
          </a:p>
          <a:p>
            <a:pPr marL="457200" indent="-28575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sz="1700" i="0" dirty="0">
                <a:effectLst/>
              </a:rPr>
              <a:t>Fish behaviors (schooling, solitary, feeding)</a:t>
            </a:r>
          </a:p>
          <a:p>
            <a:pPr marL="457200" indent="-28575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sz="1700" i="0" dirty="0">
                <a:effectLst/>
              </a:rPr>
              <a:t>Camera angles (side view, top-down, oblique)</a:t>
            </a:r>
          </a:p>
          <a:p>
            <a:pPr marL="457200" indent="-28575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sz="1700" dirty="0"/>
              <a:t>Binary classification – fish, no fish</a:t>
            </a:r>
            <a:endParaRPr lang="en-US" sz="1700" i="0" dirty="0">
              <a:effectLst/>
            </a:endParaRPr>
          </a:p>
          <a:p>
            <a:pPr marL="457200" indent="-28575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endParaRPr lang="en-US" sz="1700" i="0" dirty="0">
              <a:effectLst/>
            </a:endParaRPr>
          </a:p>
          <a:p>
            <a:pPr marL="457200" indent="-28575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endParaRPr lang="en-US" sz="170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91955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TextBox 2">
            <a:extLst>
              <a:ext uri="{FF2B5EF4-FFF2-40B4-BE49-F238E27FC236}">
                <a16:creationId xmlns:a16="http://schemas.microsoft.com/office/drawing/2014/main" id="{7EBD7D06-BF96-1A16-0E2B-0935D2193272}"/>
              </a:ext>
            </a:extLst>
          </p:cNvPr>
          <p:cNvGraphicFramePr/>
          <p:nvPr/>
        </p:nvGraphicFramePr>
        <p:xfrm>
          <a:off x="250371" y="2203079"/>
          <a:ext cx="10686957" cy="38319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8178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A7F66-4B50-D6EB-6AC5-C0A47CA7D2D2}"/>
              </a:ext>
            </a:extLst>
          </p:cNvPr>
          <p:cNvSpPr txBox="1"/>
          <p:nvPr/>
        </p:nvSpPr>
        <p:spPr>
          <a:xfrm>
            <a:off x="381000" y="816429"/>
            <a:ext cx="10556328" cy="5218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500"/>
              </a:spcBef>
              <a:spcAft>
                <a:spcPts val="750"/>
              </a:spcAft>
            </a:pPr>
            <a:r>
              <a:rPr lang="en-US" b="1" dirty="0">
                <a:effectLst/>
              </a:rPr>
              <a:t>Annotation Format Explained</a:t>
            </a:r>
          </a:p>
          <a:p>
            <a:pPr>
              <a:lnSpc>
                <a:spcPct val="90000"/>
              </a:lnSpc>
              <a:spcBef>
                <a:spcPts val="1350"/>
              </a:spcBef>
              <a:spcAft>
                <a:spcPts val="600"/>
              </a:spcAft>
            </a:pPr>
            <a:r>
              <a:rPr lang="en-US" b="1" dirty="0">
                <a:effectLst/>
              </a:rPr>
              <a:t>YOLO Format Labels</a:t>
            </a:r>
          </a:p>
          <a:p>
            <a: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effectLst/>
              </a:rPr>
              <a:t>Each fish location is marked with 5 numbers:</a:t>
            </a:r>
          </a:p>
          <a:p>
            <a:pPr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text</a:t>
            </a:r>
          </a:p>
          <a:p>
            <a:pPr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0 0.47994791666666664 0.14351851851851852 0.12135416666666667 0.21481481481481482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Breaking it down:0 = Class ID (0 = Fish)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0.4799... = Center X position (relative to image width)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0.1435... = Center Y position (relative to image height)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0.1213... = Width of fish (relative to image width)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0.2148... = Height of fish (relative to image height)</a:t>
            </a:r>
          </a:p>
          <a:p>
            <a:pPr>
              <a:lnSpc>
                <a:spcPct val="90000"/>
              </a:lnSpc>
              <a:spcBef>
                <a:spcPts val="1350"/>
              </a:spcBef>
              <a:spcAft>
                <a:spcPts val="600"/>
              </a:spcAft>
            </a:pPr>
            <a:r>
              <a:rPr lang="en-US" dirty="0">
                <a:effectLst/>
              </a:rPr>
              <a:t>Why Relative Coordinates?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Works with any image size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Scale-invariant - fish can be big or small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Resolution-independent - works on high or low quality images</a:t>
            </a:r>
          </a:p>
        </p:txBody>
      </p:sp>
    </p:spTree>
    <p:extLst>
      <p:ext uri="{BB962C8B-B14F-4D97-AF65-F5344CB8AC3E}">
        <p14:creationId xmlns:p14="http://schemas.microsoft.com/office/powerpoint/2010/main" val="1906661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64348A-C733-DA36-0BBA-DEA9E26BB3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04" r="15672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EC30DE-9D70-32FE-4286-65733B8E2A1E}"/>
              </a:ext>
            </a:extLst>
          </p:cNvPr>
          <p:cNvSpPr txBox="1"/>
          <p:nvPr/>
        </p:nvSpPr>
        <p:spPr>
          <a:xfrm>
            <a:off x="7320465" y="2194102"/>
            <a:ext cx="4140013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350"/>
              </a:spcBef>
              <a:spcAft>
                <a:spcPts val="600"/>
              </a:spcAft>
            </a:pPr>
            <a:r>
              <a:rPr lang="en-US" sz="2000" b="1" i="0" dirty="0">
                <a:effectLst/>
              </a:rPr>
              <a:t>Underwater Challenges</a:t>
            </a:r>
          </a:p>
          <a:p>
            <a:pPr marL="114300" indent="-3429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sz="2000" i="0" dirty="0">
                <a:effectLst/>
              </a:rPr>
              <a:t>Light absorption: Colors change with depth</a:t>
            </a:r>
          </a:p>
          <a:p>
            <a:pPr marL="114300" indent="-3429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sz="2000" i="0" dirty="0">
                <a:effectLst/>
              </a:rPr>
              <a:t>Water clarity: Particles and plankton affect visibility</a:t>
            </a:r>
          </a:p>
          <a:p>
            <a:pPr marL="114300" indent="-3429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sz="2000" i="0" dirty="0">
                <a:effectLst/>
              </a:rPr>
              <a:t>Fish camouflage: Many fish blend with backgrounds</a:t>
            </a:r>
          </a:p>
          <a:p>
            <a:pPr marL="114300" indent="-3429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en-US" sz="2000" i="0" dirty="0">
                <a:effectLst/>
              </a:rPr>
              <a:t>Dynamic environments: Fish move and water flows</a:t>
            </a:r>
          </a:p>
        </p:txBody>
      </p:sp>
    </p:spTree>
    <p:extLst>
      <p:ext uri="{BB962C8B-B14F-4D97-AF65-F5344CB8AC3E}">
        <p14:creationId xmlns:p14="http://schemas.microsoft.com/office/powerpoint/2010/main" val="1648532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003899-77D8-D2B7-2E10-4F131C60A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8" y="1333207"/>
            <a:ext cx="10840963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080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BA98D-B881-74A0-6D82-FBE07A774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F9D1DE-89C1-50B5-B590-408102AE3C5B}"/>
              </a:ext>
            </a:extLst>
          </p:cNvPr>
          <p:cNvSpPr txBox="1"/>
          <p:nvPr/>
        </p:nvSpPr>
        <p:spPr>
          <a:xfrm>
            <a:off x="755903" y="3399769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You!!!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8DEECA8D-57E0-1BDB-AA44-0DB678CB6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6990" y="320231"/>
            <a:ext cx="2836567" cy="283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52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555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Study on Deep-Sea Fish Detection Using Convolutional Neural Networks (CNNs)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Poojitha Priyadarshini Madari</dc:creator>
  <cp:lastModifiedBy>Poojitha Priyadarshini Madari</cp:lastModifiedBy>
  <cp:revision>2</cp:revision>
  <dcterms:created xsi:type="dcterms:W3CDTF">2025-08-26T19:39:28Z</dcterms:created>
  <dcterms:modified xsi:type="dcterms:W3CDTF">2025-08-26T20:12:16Z</dcterms:modified>
</cp:coreProperties>
</file>